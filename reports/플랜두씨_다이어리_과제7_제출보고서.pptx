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7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7863840" y="-914400"/>
            <a:ext cx="5120640" cy="5120640"/>
          </a:xfrm>
          <a:prstGeom prst="arc">
            <a:avLst/>
          </a:prstGeom>
          <a:solidFill>
            <a:srgbClr val="146B58">
              <a:alpha val="90000"/>
            </a:srgbClr>
          </a:solidFill>
          <a:ln w="12700">
            <a:solidFill>
              <a:srgbClr val="146B5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389120"/>
            <a:ext cx="2651760" cy="2651760"/>
          </a:xfrm>
          <a:prstGeom prst="ellipse">
            <a:avLst/>
          </a:prstGeom>
          <a:solidFill>
            <a:srgbClr val="C58B2A">
              <a:alpha val="97000"/>
            </a:srgbClr>
          </a:solidFill>
          <a:ln w="12700">
            <a:solidFill>
              <a:srgbClr val="C58B2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7665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230" kern="0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ASSIGNMENT 07 · FINAL REPORT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170432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잠긴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플랜두씨 다이어리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BFD6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기록을 나만 보게 만들기 — 가입·로그인·서버 세션·사용자별 자료 차단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85800" y="3611880"/>
            <a:ext cx="2834640" cy="0"/>
          </a:xfrm>
          <a:prstGeom prst="line">
            <a:avLst/>
          </a:prstGeom>
          <a:noFill/>
          <a:ln w="25400">
            <a:solidFill>
              <a:srgbClr val="C58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886200"/>
            <a:ext cx="758952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D6E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6 다이어리를 지우지 않고 같은 저장소·배포·DB에서 이어 개발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D6E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bcrypt(cost 12) 비밀번호 · DB에 SHA-256만 남는 폐기 가능한 서버 세션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D6E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세션에서만 사용자를 정하고, 남의 자료는 양방향 모두 404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D6E6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 실제 사용으로 계획 규칙 변경 전후의 시간 오차율 비교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587044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https://plan-do-see-diary.vercel.app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619963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8FB0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결과물과 고정 소스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심사자가 계정 없이 열 수 있는 공개 주소와, 그 시점의 소스를 가리키는 고정 URL.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73736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856232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28건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68096" y="2313432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 통과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64992" y="17373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64992" y="173736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856232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566160" y="2313432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계정 자료 유출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7373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63056" y="1737360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64224" y="1856232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364224" y="2313432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비밀값 노출 (로컬·Git 이력)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61120" y="17373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961120" y="1737360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62288" y="1856232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404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9162288" y="2313432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자료 요청 응답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2971800"/>
            <a:ext cx="110185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3474720"/>
            <a:ext cx="1060704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결과물 — https://plan-do-see-diary.vercel.app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저장소 — https://github.com/stulss/plan-do-see-diary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구현 설명서 — docs/과제7/인증_구현_설명서.md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안내서 — docs/과제7/검증안내서.md   ·   AI 3줄 — docs/과제7/AI_3줄.md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 사용 기록 — docs/과제7/5일_사용기록.md   ·   증거 색인 — docs/과제7/evidence/README.md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724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6과의 관계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6의 계획·할 일·실행 기록·돌아보기 구조와 기존 자료를 삭제하지 않고 같은 저장소·Vercel 프로젝트·Supabase PostgreSQL 에서 이어 개발했다.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6 고정 commit 356a460 이 main 이력의 조상임을 git merge-base 로 확인했다. 기존 계획·할 일·돌아보기는 사용자가 직접 만든 소유자 계정에 귀속했다.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DECISIONS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 결정이 과제의 요구를 그대로 만족시킨다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"로그아웃하면 이전 값이 안 통한다"를 만들려면 서버가 세션을 폐기할 수 있어야 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783080"/>
            <a:ext cx="64008" cy="2103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842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구현한 서버 세션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40487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Auth.js 는 Credentials 를 쓰면 세션이 JWT 로 고정되어 폐기할 수 없다. Supabase Auth 는 로그아웃 뒤에도 토큰이 만료 전까지 유효하다.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4107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로그아웃 = DB 행 삭제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44768" y="178308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44768" y="1783080"/>
            <a:ext cx="64008" cy="2103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9842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bcrypt (cost 12)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0" y="240487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계정마다 소금값을 자동 생성·포함한다. 순수 JS 라 서버리스에서 네이티브 빌드가 필요 없다.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0" y="34107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비밀번호도 해시가 다름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148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" y="4114800"/>
            <a:ext cx="64008" cy="2103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3159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불투명 난수 세션 토큰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" y="473659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쿠키에는 의미 없는 난수만 담고 DB 에는 SHA-256 해시만 남긴다. 서명키가 아예 존재하지 않는다.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22960" y="5742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DB 유출로도 도용 불가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44768" y="41148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44768" y="4114800"/>
            <a:ext cx="64008" cy="2103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3159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DTO 화이트리스트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0" y="473659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행을 그대로 내보내지 않는다. 새 컬럼이 자동으로 실려 나가는 사고를 구조가 막는다.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0" y="5742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user_id·deleted_at 미노출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OWNERSHIP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사용자는 세션에서만 정해지고, 소유자 조건은 한곳에서 만든다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주소·헤더·요청 본문에서 사용자 ID 를 읽는 코드는 이 프로젝트에 존재하지 않는다.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9808" y="19933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340864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쿠키의 난수 토큰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45536" y="23774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419856" y="182880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02736" y="19933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확인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602736" y="2340864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SHA-256 해시로 DB 조회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getSessionUser()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98464" y="23774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272784" y="182880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55664" y="19933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생성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55664" y="2340864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buildTaskWhere()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조건이 user_id = $1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851392" y="23774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125712" y="182880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DDEDE7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308592" y="19933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308592" y="2340864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0행이면 404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거절이 상대 자료를 바꾸지 않음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474720"/>
            <a:ext cx="1101852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403 이 아니라 404 인가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77240" y="4023360"/>
            <a:ext cx="1060704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 id = $1 AND user_id = $2 가 0행을 돌려주면 자연스럽게 404 가 된다.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403 은 "그 자료는 있지만 네 것이 아니다"를 알려 준다 — 존재 자체가 정보가 된다.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WHERE 를 UPDATE·DELETE 에도 두었기 때문에, 거절된 요청은 상대 자료를 건드리지 못한다.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목록·검색·거르기·집계가 모두 buildTaskWhere 한 곳을 지나므로 라우트마다 조건을 빠뜨릴 자리가 없다.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77240" y="553212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검증 결과 — 두 방향 모두: 읽기 404 · 수정 404 · 삭제 404 · 날짜 이동 404 · 상대 자료 불변 · 목록 유출 0건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배포 주소에서 확인한 결과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계정으로 검증하고 증거를 남긴 뒤 계정과 자료를 정리했다.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603504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64792"/>
            <a:ext cx="5925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항목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601968" y="1737360"/>
            <a:ext cx="498348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56832" y="1764792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139696"/>
            <a:ext cx="603504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" y="215798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미로그인 자료 API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601968" y="2139696"/>
            <a:ext cx="498348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65976" y="215798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401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566928" y="2467356"/>
            <a:ext cx="603504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48564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첫 화면 · /tasks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601968" y="2467356"/>
            <a:ext cx="498348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5976" y="248564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화면 200 · 자료 화면 307 → /login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566928" y="2795016"/>
            <a:ext cx="603504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" y="281330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가입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601968" y="2795016"/>
            <a:ext cx="498348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5976" y="281330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409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566928" y="3122676"/>
            <a:ext cx="603504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314096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비밀번호의 두 저장값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601968" y="3122676"/>
            <a:ext cx="498348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65976" y="314096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bcrypt 해시 (cost 12)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66928" y="3450336"/>
            <a:ext cx="603504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" y="346862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비밀번호 · 없는 아이디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6601968" y="3450336"/>
            <a:ext cx="498348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65976" y="346862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문구 · 401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566928" y="3777996"/>
            <a:ext cx="603504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" y="379628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계정 읽기 · 수정 · 삭제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6601968" y="3777996"/>
            <a:ext cx="498348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65976" y="379628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양방향 모두 404, 상대 자료 불변</a:t>
            </a:r>
            <a:endParaRPr 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566928" y="4105656"/>
            <a:ext cx="603504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" y="412394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계정 목록 유출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6601968" y="4105656"/>
            <a:ext cx="498348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65976" y="412394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 (요청 본문의 사용자 필드는 무시)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566928" y="4433316"/>
            <a:ext cx="603504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" y="445160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 · 비밀번호 변경 뒤 이전 세션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6601968" y="4433316"/>
            <a:ext cx="498348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65976" y="445160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401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566928" y="4760976"/>
            <a:ext cx="603504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" y="477926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 내보내기</a:t>
            </a:r>
            <a:endParaRPr lang="en-US" sz="980" dirty="0"/>
          </a:p>
        </p:txBody>
      </p:sp>
      <p:sp>
        <p:nvSpPr>
          <p:cNvPr id="44" name="Shape 42"/>
          <p:cNvSpPr/>
          <p:nvPr/>
        </p:nvSpPr>
        <p:spPr>
          <a:xfrm>
            <a:off x="6601968" y="4760976"/>
            <a:ext cx="498348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5976" y="477926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200 · 타 계정 유출 0건 · 내부 필드 미노출</a:t>
            </a:r>
            <a:endParaRPr lang="en-US" sz="980" dirty="0"/>
          </a:p>
        </p:txBody>
      </p:sp>
      <p:sp>
        <p:nvSpPr>
          <p:cNvPr id="46" name="Shape 44"/>
          <p:cNvSpPr/>
          <p:nvPr/>
        </p:nvSpPr>
        <p:spPr>
          <a:xfrm>
            <a:off x="566928" y="5088636"/>
            <a:ext cx="603504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0936" y="510692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삭제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6601968" y="5088636"/>
            <a:ext cx="498348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5976" y="510692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· 계획 · 할 일 0건, 이전 세션 401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66928" y="5416296"/>
            <a:ext cx="603504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0936" y="543458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 · 타입 · 빌드 · 감사</a:t>
            </a:r>
            <a:endParaRPr lang="en-US" sz="980" dirty="0"/>
          </a:p>
        </p:txBody>
      </p:sp>
      <p:sp>
        <p:nvSpPr>
          <p:cNvPr id="52" name="Shape 50"/>
          <p:cNvSpPr/>
          <p:nvPr/>
        </p:nvSpPr>
        <p:spPr>
          <a:xfrm>
            <a:off x="6601968" y="5416296"/>
            <a:ext cx="4983480" cy="3276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5976" y="543458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28건 통과 · 통과 · 통과 · 취약점 0건</a:t>
            </a:r>
            <a:endParaRPr lang="en-US" sz="980" dirty="0"/>
          </a:p>
        </p:txBody>
      </p:sp>
      <p:sp>
        <p:nvSpPr>
          <p:cNvPr id="54" name="Shape 52"/>
          <p:cNvSpPr/>
          <p:nvPr/>
        </p:nvSpPr>
        <p:spPr>
          <a:xfrm>
            <a:off x="566928" y="5743956"/>
            <a:ext cx="603504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936" y="5762244"/>
            <a:ext cx="590702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비밀값 스캔</a:t>
            </a:r>
            <a:endParaRPr lang="en-US" sz="980" dirty="0"/>
          </a:p>
        </p:txBody>
      </p:sp>
      <p:sp>
        <p:nvSpPr>
          <p:cNvPr id="56" name="Shape 54"/>
          <p:cNvSpPr/>
          <p:nvPr/>
        </p:nvSpPr>
        <p:spPr>
          <a:xfrm>
            <a:off x="6601968" y="5743956"/>
            <a:ext cx="4983480" cy="3276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665976" y="5762244"/>
            <a:ext cx="4855464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· Git 전체 이력 0건</a:t>
            </a:r>
            <a:endParaRPr lang="en-US" sz="980" dirty="0"/>
          </a:p>
        </p:txBody>
      </p:sp>
      <p:sp>
        <p:nvSpPr>
          <p:cNvPr id="58" name="Shape 5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5-DAY STUDY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규칙을 하나 바꾸고 전후를 같은 지표로 비교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질문: 계획한 시간과 실제로 쓴 시간의 차이를, 계획 규칙을 바꿔서 줄일 수 있는가?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1664208"/>
            <a:ext cx="1101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  하루 시간 오차율 (%) = (그날 완료한 할 일의 실제 분 합 − 예상 분 합) ÷ 예상 분 합 × 100   ·   소수 첫째 자리 반올림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938528"/>
            <a:ext cx="105156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965960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일차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618488" y="1938528"/>
            <a:ext cx="201168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73352" y="1965960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30168" y="1938528"/>
            <a:ext cx="123444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85032" y="1965960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64608" y="1938528"/>
            <a:ext cx="123444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9472" y="1965960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99048" y="1938528"/>
            <a:ext cx="141732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53912" y="1965960"/>
            <a:ext cx="1307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오차율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2340864"/>
            <a:ext cx="105156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" y="2359152"/>
            <a:ext cx="923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1일차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1618488" y="2340864"/>
            <a:ext cx="201168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82496" y="2359152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2026-08-29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3630168" y="2340864"/>
            <a:ext cx="123444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94176" y="235915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분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4864608" y="2340864"/>
            <a:ext cx="123444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28616" y="235915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분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099048" y="2340864"/>
            <a:ext cx="141732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63056" y="2359152"/>
            <a:ext cx="128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+33.3 %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66928" y="2706624"/>
            <a:ext cx="105156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2724912"/>
            <a:ext cx="923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2일차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1618488" y="2706624"/>
            <a:ext cx="201168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82496" y="2724912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2026-08-30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3630168" y="2706624"/>
            <a:ext cx="123444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94176" y="272491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 분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4864608" y="2706624"/>
            <a:ext cx="123444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28616" y="272491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분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6099048" y="2706624"/>
            <a:ext cx="141732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63056" y="2724912"/>
            <a:ext cx="128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-93.5 %</a:t>
            </a:r>
            <a:endParaRPr lang="en-US" sz="980" dirty="0"/>
          </a:p>
        </p:txBody>
      </p:sp>
      <p:sp>
        <p:nvSpPr>
          <p:cNvPr id="37" name="Shape 35"/>
          <p:cNvSpPr/>
          <p:nvPr/>
        </p:nvSpPr>
        <p:spPr>
          <a:xfrm>
            <a:off x="566928" y="3072384"/>
            <a:ext cx="105156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" y="3090672"/>
            <a:ext cx="923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3일차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1618488" y="3072384"/>
            <a:ext cx="201168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82496" y="3090672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2026-08-31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3630168" y="3072384"/>
            <a:ext cx="123444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94176" y="309067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분</a:t>
            </a:r>
            <a:endParaRPr lang="en-US" sz="980" dirty="0"/>
          </a:p>
        </p:txBody>
      </p:sp>
      <p:sp>
        <p:nvSpPr>
          <p:cNvPr id="43" name="Shape 41"/>
          <p:cNvSpPr/>
          <p:nvPr/>
        </p:nvSpPr>
        <p:spPr>
          <a:xfrm>
            <a:off x="4864608" y="3072384"/>
            <a:ext cx="123444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28616" y="309067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분</a:t>
            </a:r>
            <a:endParaRPr lang="en-US" sz="980" dirty="0"/>
          </a:p>
        </p:txBody>
      </p:sp>
      <p:sp>
        <p:nvSpPr>
          <p:cNvPr id="45" name="Shape 43"/>
          <p:cNvSpPr/>
          <p:nvPr/>
        </p:nvSpPr>
        <p:spPr>
          <a:xfrm>
            <a:off x="6099048" y="3072384"/>
            <a:ext cx="141732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63056" y="3090672"/>
            <a:ext cx="128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0.0 %</a:t>
            </a:r>
            <a:endParaRPr lang="en-US" sz="980" dirty="0"/>
          </a:p>
        </p:txBody>
      </p:sp>
      <p:sp>
        <p:nvSpPr>
          <p:cNvPr id="47" name="Shape 45"/>
          <p:cNvSpPr/>
          <p:nvPr/>
        </p:nvSpPr>
        <p:spPr>
          <a:xfrm>
            <a:off x="566928" y="3438144"/>
            <a:ext cx="105156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0936" y="3456432"/>
            <a:ext cx="923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4일차</a:t>
            </a:r>
            <a:endParaRPr lang="en-US" sz="980" dirty="0"/>
          </a:p>
        </p:txBody>
      </p:sp>
      <p:sp>
        <p:nvSpPr>
          <p:cNvPr id="49" name="Shape 47"/>
          <p:cNvSpPr/>
          <p:nvPr/>
        </p:nvSpPr>
        <p:spPr>
          <a:xfrm>
            <a:off x="1618488" y="3438144"/>
            <a:ext cx="201168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682496" y="3456432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2026-09-01</a:t>
            </a:r>
            <a:endParaRPr lang="en-US" sz="980" dirty="0"/>
          </a:p>
        </p:txBody>
      </p:sp>
      <p:sp>
        <p:nvSpPr>
          <p:cNvPr id="51" name="Shape 49"/>
          <p:cNvSpPr/>
          <p:nvPr/>
        </p:nvSpPr>
        <p:spPr>
          <a:xfrm>
            <a:off x="3630168" y="3438144"/>
            <a:ext cx="123444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4176" y="345643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분</a:t>
            </a:r>
            <a:endParaRPr lang="en-US" sz="980" dirty="0"/>
          </a:p>
        </p:txBody>
      </p:sp>
      <p:sp>
        <p:nvSpPr>
          <p:cNvPr id="53" name="Shape 51"/>
          <p:cNvSpPr/>
          <p:nvPr/>
        </p:nvSpPr>
        <p:spPr>
          <a:xfrm>
            <a:off x="4864608" y="3438144"/>
            <a:ext cx="123444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8616" y="345643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분</a:t>
            </a:r>
            <a:endParaRPr lang="en-US" sz="980" dirty="0"/>
          </a:p>
        </p:txBody>
      </p:sp>
      <p:sp>
        <p:nvSpPr>
          <p:cNvPr id="55" name="Shape 53"/>
          <p:cNvSpPr/>
          <p:nvPr/>
        </p:nvSpPr>
        <p:spPr>
          <a:xfrm>
            <a:off x="6099048" y="3438144"/>
            <a:ext cx="141732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63056" y="3456432"/>
            <a:ext cx="128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0.0 %</a:t>
            </a:r>
            <a:endParaRPr lang="en-US" sz="980" dirty="0"/>
          </a:p>
        </p:txBody>
      </p:sp>
      <p:sp>
        <p:nvSpPr>
          <p:cNvPr id="57" name="Shape 55"/>
          <p:cNvSpPr/>
          <p:nvPr/>
        </p:nvSpPr>
        <p:spPr>
          <a:xfrm>
            <a:off x="566928" y="3803904"/>
            <a:ext cx="105156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936" y="3822192"/>
            <a:ext cx="923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5일차</a:t>
            </a:r>
            <a:endParaRPr lang="en-US" sz="980" dirty="0"/>
          </a:p>
        </p:txBody>
      </p:sp>
      <p:sp>
        <p:nvSpPr>
          <p:cNvPr id="59" name="Shape 57"/>
          <p:cNvSpPr/>
          <p:nvPr/>
        </p:nvSpPr>
        <p:spPr>
          <a:xfrm>
            <a:off x="1618488" y="3803904"/>
            <a:ext cx="201168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682496" y="3822192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2026-09-02</a:t>
            </a:r>
            <a:endParaRPr lang="en-US" sz="980" dirty="0"/>
          </a:p>
        </p:txBody>
      </p:sp>
      <p:sp>
        <p:nvSpPr>
          <p:cNvPr id="61" name="Shape 59"/>
          <p:cNvSpPr/>
          <p:nvPr/>
        </p:nvSpPr>
        <p:spPr>
          <a:xfrm>
            <a:off x="3630168" y="3803904"/>
            <a:ext cx="123444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94176" y="382219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분</a:t>
            </a:r>
            <a:endParaRPr lang="en-US" sz="980" dirty="0"/>
          </a:p>
        </p:txBody>
      </p:sp>
      <p:sp>
        <p:nvSpPr>
          <p:cNvPr id="63" name="Shape 61"/>
          <p:cNvSpPr/>
          <p:nvPr/>
        </p:nvSpPr>
        <p:spPr>
          <a:xfrm>
            <a:off x="4864608" y="3803904"/>
            <a:ext cx="123444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28616" y="3822192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분</a:t>
            </a:r>
            <a:endParaRPr lang="en-US" sz="980" dirty="0"/>
          </a:p>
        </p:txBody>
      </p:sp>
      <p:sp>
        <p:nvSpPr>
          <p:cNvPr id="65" name="Shape 63"/>
          <p:cNvSpPr/>
          <p:nvPr/>
        </p:nvSpPr>
        <p:spPr>
          <a:xfrm>
            <a:off x="6099048" y="3803904"/>
            <a:ext cx="141732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163056" y="3822192"/>
            <a:ext cx="128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-50.0 %</a:t>
            </a:r>
            <a:endParaRPr lang="en-US" sz="980" dirty="0"/>
          </a:p>
        </p:txBody>
      </p:sp>
      <p:sp>
        <p:nvSpPr>
          <p:cNvPr id="67" name="Shape 65"/>
          <p:cNvSpPr/>
          <p:nvPr/>
        </p:nvSpPr>
        <p:spPr>
          <a:xfrm>
            <a:off x="7635240" y="1938528"/>
            <a:ext cx="3950208" cy="2231136"/>
          </a:xfrm>
          <a:prstGeom prst="roundRect">
            <a:avLst>
              <a:gd name="adj" fmla="val 3279"/>
            </a:avLst>
          </a:prstGeom>
          <a:solidFill>
            <a:srgbClr val="F7F3E8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7845552" y="21214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규칙 변경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7845552" y="2450592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2026-08-31 10:30:55 (Asia/Seoul)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2일차 기록 뒤 · 3일차 기록(15:30:23) 앞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시간 상한 60분 → 90분 하나만 변경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566928" y="4370832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566928" y="4370832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68096" y="4489704"/>
            <a:ext cx="3209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-30.1 %</a:t>
            </a:r>
            <a:endParaRPr lang="en-US" sz="2500" dirty="0"/>
          </a:p>
        </p:txBody>
      </p:sp>
      <p:sp>
        <p:nvSpPr>
          <p:cNvPr id="73" name="Text 71"/>
          <p:cNvSpPr/>
          <p:nvPr/>
        </p:nvSpPr>
        <p:spPr>
          <a:xfrm>
            <a:off x="768096" y="4946904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전 평균 (1·2일차)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4315968" y="4370832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315968" y="437083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517136" y="4489704"/>
            <a:ext cx="3209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-16.7 %</a:t>
            </a:r>
            <a:endParaRPr lang="en-US" sz="2500" dirty="0"/>
          </a:p>
        </p:txBody>
      </p:sp>
      <p:sp>
        <p:nvSpPr>
          <p:cNvPr id="77" name="Text 75"/>
          <p:cNvSpPr/>
          <p:nvPr/>
        </p:nvSpPr>
        <p:spPr>
          <a:xfrm>
            <a:off x="4517136" y="4946904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후 평균 (3~5일차)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8065008" y="4370832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8065008" y="4370832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266176" y="4489704"/>
            <a:ext cx="3209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-22.0 %</a:t>
            </a:r>
            <a:endParaRPr lang="en-US" sz="2500" dirty="0"/>
          </a:p>
        </p:txBody>
      </p:sp>
      <p:sp>
        <p:nvSpPr>
          <p:cNvPr id="81" name="Text 79"/>
          <p:cNvSpPr/>
          <p:nvPr/>
        </p:nvSpPr>
        <p:spPr>
          <a:xfrm>
            <a:off x="8266176" y="4946904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 전체 평균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566928" y="5486400"/>
            <a:ext cx="11018520" cy="932688"/>
          </a:xfrm>
          <a:prstGeom prst="roundRect">
            <a:avLst>
              <a:gd name="adj" fmla="val 7843"/>
            </a:avLst>
          </a:prstGeom>
          <a:solidFill>
            <a:srgbClr val="FDF6EA"/>
          </a:solidFill>
          <a:ln w="12700">
            <a:solidFill>
              <a:srgbClr val="C58B2A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83" name="Text 81"/>
          <p:cNvSpPr/>
          <p:nvPr/>
        </p:nvSpPr>
        <p:spPr>
          <a:xfrm>
            <a:off x="777240" y="56144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감추지 않은 것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777240" y="58704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개선의 대부분은 2일차 한 건(-93.5%)이 빠진 효과다. 2일차는 60분 상한에 맞추려고 62분으로 부풀려 잡았다가 4분에 끝난 날이라,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변경의 효과라기보다 그날의 어림 실패가 컸다. 하루 1건씩 5일뿐이므로 이 결론은 잠정이다.</a:t>
            </a:r>
            <a:endParaRPr lang="en-US" sz="1080" dirty="0"/>
          </a:p>
        </p:txBody>
      </p:sp>
      <p:sp>
        <p:nvSpPr>
          <p:cNvPr id="85" name="Shape 8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 CHECK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합계와 손으로 더한 값이 같은지 대조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돌아보기 화면은 완료일이 아니라 마감일로 거른다. 5일치 마감일이 8/31~9/4 라 기간을 9/4 까지 잡아야 5건이 모두 잡힌다.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6675120" cy="4343400"/>
          </a:xfrm>
          <a:prstGeom prst="roundRect">
            <a:avLst>
              <a:gd name="adj" fmla="val 168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7" name="Image 0" descr="C:\Users\stuls\Desktop\Agent\plan-do-see-diary\docs\과제7\evidence\T07-A17-five-day-totals-hand-check-p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" y="1856232"/>
            <a:ext cx="6188659" cy="3867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97296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T07-A17 · 공개 배포 돌아보기 (기간 2026.08.29–2026.09.04)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452360" y="1783080"/>
            <a:ext cx="4133088" cy="43434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662672" y="1965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계산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662672" y="2286000"/>
            <a:ext cx="3712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= 3 + 62 + 4 + 4 + 8 = 81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= 4 + 4 + 4 + 4 + 4 = 20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= 20 − 81 = −61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662672" y="3200400"/>
            <a:ext cx="1517904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17536" y="3227832"/>
            <a:ext cx="1408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180576" y="3200400"/>
            <a:ext cx="109728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35440" y="322783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0277856" y="3200400"/>
            <a:ext cx="1097280" cy="402336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332720" y="322783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662672" y="3602736"/>
            <a:ext cx="1517904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362102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분 합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9180576" y="3602736"/>
            <a:ext cx="109728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44584" y="3621024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</a:t>
            </a:r>
            <a:endParaRPr lang="en-US" sz="980" dirty="0"/>
          </a:p>
        </p:txBody>
      </p:sp>
      <p:sp>
        <p:nvSpPr>
          <p:cNvPr id="22" name="Shape 19"/>
          <p:cNvSpPr/>
          <p:nvPr/>
        </p:nvSpPr>
        <p:spPr>
          <a:xfrm>
            <a:off x="10277856" y="3602736"/>
            <a:ext cx="109728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341864" y="3621024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</a:t>
            </a:r>
            <a:endParaRPr lang="en-US" sz="980" dirty="0"/>
          </a:p>
        </p:txBody>
      </p:sp>
      <p:sp>
        <p:nvSpPr>
          <p:cNvPr id="24" name="Shape 21"/>
          <p:cNvSpPr/>
          <p:nvPr/>
        </p:nvSpPr>
        <p:spPr>
          <a:xfrm>
            <a:off x="7662672" y="3968496"/>
            <a:ext cx="1517904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26680" y="398678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분 합</a:t>
            </a:r>
            <a:endParaRPr lang="en-US" sz="980" dirty="0"/>
          </a:p>
        </p:txBody>
      </p:sp>
      <p:sp>
        <p:nvSpPr>
          <p:cNvPr id="26" name="Shape 23"/>
          <p:cNvSpPr/>
          <p:nvPr/>
        </p:nvSpPr>
        <p:spPr>
          <a:xfrm>
            <a:off x="9180576" y="3968496"/>
            <a:ext cx="109728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44584" y="3986784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80" dirty="0"/>
          </a:p>
        </p:txBody>
      </p:sp>
      <p:sp>
        <p:nvSpPr>
          <p:cNvPr id="28" name="Shape 25"/>
          <p:cNvSpPr/>
          <p:nvPr/>
        </p:nvSpPr>
        <p:spPr>
          <a:xfrm>
            <a:off x="10277856" y="3968496"/>
            <a:ext cx="1097280" cy="36576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341864" y="3986784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80" dirty="0"/>
          </a:p>
        </p:txBody>
      </p:sp>
      <p:sp>
        <p:nvSpPr>
          <p:cNvPr id="30" name="Shape 27"/>
          <p:cNvSpPr/>
          <p:nvPr/>
        </p:nvSpPr>
        <p:spPr>
          <a:xfrm>
            <a:off x="7662672" y="4334256"/>
            <a:ext cx="1517904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26680" y="4352544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80" dirty="0"/>
          </a:p>
        </p:txBody>
      </p:sp>
      <p:sp>
        <p:nvSpPr>
          <p:cNvPr id="32" name="Shape 29"/>
          <p:cNvSpPr/>
          <p:nvPr/>
        </p:nvSpPr>
        <p:spPr>
          <a:xfrm>
            <a:off x="9180576" y="4334256"/>
            <a:ext cx="109728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44584" y="4352544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-61</a:t>
            </a:r>
            <a:endParaRPr lang="en-US" sz="980" dirty="0"/>
          </a:p>
        </p:txBody>
      </p:sp>
      <p:sp>
        <p:nvSpPr>
          <p:cNvPr id="34" name="Shape 31"/>
          <p:cNvSpPr/>
          <p:nvPr/>
        </p:nvSpPr>
        <p:spPr>
          <a:xfrm>
            <a:off x="10277856" y="4334256"/>
            <a:ext cx="109728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341864" y="4352544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-61</a:t>
            </a:r>
            <a:endParaRPr lang="en-US" sz="980" dirty="0"/>
          </a:p>
        </p:txBody>
      </p:sp>
      <p:sp>
        <p:nvSpPr>
          <p:cNvPr id="36" name="Text 33"/>
          <p:cNvSpPr/>
          <p:nvPr/>
        </p:nvSpPr>
        <p:spPr>
          <a:xfrm>
            <a:off x="7662672" y="4846320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항목 모두 일치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7662672" y="5193792"/>
            <a:ext cx="3712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오차율(-22.0%)은 이 화면에 없는 값이다.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예상·실제·차이 세 개만 보여 주므로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평균은 손 계산으로만 구했고 그 사실을 문서에 적었다.</a:t>
            </a:r>
            <a:endParaRPr lang="en-US" sz="1080" dirty="0"/>
          </a:p>
        </p:txBody>
      </p:sp>
      <p:sp>
        <p:nvSpPr>
          <p:cNvPr id="38" name="Shape 35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배포 앱 · Postman · 실제 DB 화면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화면이 아니라 실제로 동작하는 화면만 제출 증거로 쓴다. 비밀번호·쿠키·토큰은 모두 가렸다.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7" name="Image 0" descr="C:\Users\stuls\Desktop\Agent\plan-do-see-diary\docs\과제7\evidence\T07-E01-public-entry-p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466" y="1856232"/>
            <a:ext cx="2677363" cy="16733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3602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T07-E01 · 공개 시작 화면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315968" y="1783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0" name="Image 1" descr="C:\Users\stuls\Desktop\Agent\plan-do-see-diary\docs\과제7\evidence\T07-E02-login-p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7506" y="1856232"/>
            <a:ext cx="2677363" cy="1673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07408" y="3602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T07-E02 · 로그인 화면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065008" y="1783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3" name="Image 2" descr="C:\Users\stuls\Desktop\Agent\plan-do-see-diary\docs\과제7\evidence\T07-A14-postman-after-logout-401-p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027" y="1856232"/>
            <a:ext cx="3370402" cy="167335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56448" y="3602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T07-A14 · 로그아웃 뒤 401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66928" y="4069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6" name="Image 3" descr="C:\Users\stuls\Desktop\Agent\plan-do-see-diary\docs\과제7\evidence\T07-A08-auth-owner-db-summary-p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493689"/>
            <a:ext cx="3374136" cy="970437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58368" y="5888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T07-A08 · 실제 DB: bcrypt·세션 해시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4315968" y="4069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19" name="Image 4" descr="C:\Users\stuls\Desktop\Agent\plan-do-see-diary\docs\과제7\evidence\T07-A09-database-schema-actual-p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0448" y="4142232"/>
            <a:ext cx="3151480" cy="167335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407408" y="5888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T07-A09 · 실제 8개 표 관계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8065008" y="40690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22" name="Image 5" descr="C:\Users\stuls\Desktop\Agent\plan-do-see-diary\docs\과제7\evidence\T07-A22-postman-secondary-list-isolated-p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0027" y="4142232"/>
            <a:ext cx="3370402" cy="1673352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8156448" y="588873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T07-A22 · 목록에 본인 자료만</a:t>
            </a:r>
            <a:endParaRPr 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26" name="Text 1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JUDGMENT &amp; LIMITS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만든 것, 내가 정한 것, 그리고 남은 구멍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못 막았는지까지 적어야 이 과제가 끝난다.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667512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내 판단 3줄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6263640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 — 과제 6 코드 분석, 가입·로그인·서버 세션·사용자별 자료 차단 구현, DB 이전과 자동 검증, 문서 최신화.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직접 판단한 일 — 과제 6을 지우지 않고 같은 저장소·배포·DB에서 이어가기로 정했고, 실제 계정 가입과 계획·할 일·실행 기록 입력은 내가 했다.</a:t>
            </a:r>
            <a:endParaRPr lang="en-US" sz="1180" dirty="0"/>
          </a:p>
          <a:p>
            <a:pPr marL="177800" indent="-177800">
              <a:buSzPct val="100000"/>
              <a:buChar char="•"/>
            </a:pPr>
            <a:r>
              <a:rPr lang="en-US" sz="118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제안을 따르지 않은 일 — 새 DB로 분리하는 대안 대신, 과제 6 자료를 보존해 내 계정으로 귀속하는 방식을 택했다.</a:t>
            </a:r>
            <a:endParaRPr lang="en-US" sz="1180" dirty="0"/>
          </a:p>
        </p:txBody>
      </p:sp>
      <p:sp>
        <p:nvSpPr>
          <p:cNvPr id="9" name="Shape 7"/>
          <p:cNvSpPr/>
          <p:nvPr/>
        </p:nvSpPr>
        <p:spPr>
          <a:xfrm>
            <a:off x="7452360" y="1783080"/>
            <a:ext cx="4133088" cy="2788920"/>
          </a:xfrm>
          <a:prstGeom prst="roundRect">
            <a:avLst>
              <a:gd name="adj" fmla="val 2623"/>
            </a:avLst>
          </a:prstGeom>
          <a:solidFill>
            <a:srgbClr val="FDF1EE"/>
          </a:solidFill>
          <a:ln w="12700">
            <a:solidFill>
              <a:srgbClr val="D36B55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662672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막은 것 (남은 제한)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662672" y="2286000"/>
            <a:ext cx="3712464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시도 횟수 제한·계정 잠금·CAPTCHA 가 없다 — 무차별 대입에 취약하다.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찾기가 등록 정보 일치 방식이다. 이메일 소유 확인과 일회용 링크가 없다.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관리자용 세션 강제 종료와 감사 로그가 없다.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754880"/>
            <a:ext cx="11018520" cy="1371600"/>
          </a:xfrm>
          <a:prstGeom prst="roundRect">
            <a:avLst>
              <a:gd name="adj" fmla="val 5333"/>
            </a:avLst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  <a:effectLst>
            <a:outerShdw sx="100000" sy="100000" kx="0" ky="0" algn="bl" rotWithShape="0" blurRad="12700" dist="50800" dir="2700000">
              <a:srgbClr val="AAB8B2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9560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제출 범위인 가입 · 로그인 · 즉시 세션 폐기 · 사용자별 자료 차단은 구현하고 공개 배포 환경에서 검증했다.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532180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규칙은 10자 이상 + 대문자·소문자·숫자·특수문자 각 1자 이상으로 두어, 시도 제한이 없는 상태에서 추측 난이도를 올렸다.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확인은 화면 검사와 DB 유니크 인덱스 두 겹으로 두어 확인과 제출 사이에 남이 먼저 가입하는 경우까지 막았다.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658368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   ·   과제 7 인증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Plan Do See Diary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잠긴 플랜두씨 다이어리 — 과제 7 제출 보고서</dc:title>
  <dc:subject>과제 7 잠긴 플랜두씨 다이어리 제출 보고서</dc:subject>
  <dc:creator>stuls · Claude Code</dc:creator>
  <cp:lastModifiedBy>stuls · Claude Code</cp:lastModifiedBy>
  <cp:revision>1</cp:revision>
  <dcterms:created xsi:type="dcterms:W3CDTF">2026-09-03T06:39:54Z</dcterms:created>
  <dcterms:modified xsi:type="dcterms:W3CDTF">2026-09-03T06:39:54Z</dcterms:modified>
</cp:coreProperties>
</file>