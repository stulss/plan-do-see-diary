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plan-do-see-diary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plan-do-see-diary.vercel.app" TargetMode="External"/><Relationship Id="rId2" Type="http://schemas.openxmlformats.org/officeDocument/2006/relationships/hyperlink" Target="https://github.com/stulss/plan-do-see-diary" TargetMode="External"/><Relationship Id="rId3" Type="http://schemas.openxmlformats.org/officeDocument/2006/relationships/hyperlink" Target="https://github.com/stulss/plan-do-see-diary/commits/770e8f992d5f7da8c36b2dc823d3a5c29f5cdda6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863840" y="-914400"/>
            <a:ext cx="5120640" cy="5120640"/>
          </a:xfrm>
          <a:prstGeom prst="arc">
            <a:avLst/>
          </a:prstGeom>
          <a:solidFill>
            <a:srgbClr val="146B58">
              <a:alpha val="90000"/>
            </a:srgbClr>
          </a:solidFill>
          <a:ln w="12700">
            <a:solidFill>
              <a:srgbClr val="146B5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389120"/>
            <a:ext cx="2651760" cy="2651760"/>
          </a:xfrm>
          <a:prstGeom prst="ellipse">
            <a:avLst/>
          </a:prstGeom>
          <a:solidFill>
            <a:srgbClr val="C58B2A">
              <a:alpha val="97000"/>
            </a:srgbClr>
          </a:solidFill>
          <a:ln w="12700">
            <a:solidFill>
              <a:srgbClr val="C58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30" kern="0" dirty="0">
                <a:solidFill>
                  <a:srgbClr val="EAC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ASSIGNMENT 06 · FINAL REPORT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67665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플랜두씨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다이어리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2980944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DDED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→ 실행 → 돌아보기를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DDED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남는 하나의 흐름으로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31520" y="4187952"/>
            <a:ext cx="1353312" cy="310896"/>
          </a:xfrm>
          <a:prstGeom prst="roundRect">
            <a:avLst/>
          </a:prstGeom>
          <a:solidFill>
            <a:srgbClr val="284D43"/>
          </a:solidFill>
          <a:ln w="12700">
            <a:solidFill>
              <a:srgbClr val="3E6B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016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DED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P0–P7 완료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2848" y="4187952"/>
            <a:ext cx="1353312" cy="310896"/>
          </a:xfrm>
          <a:prstGeom prst="roundRect">
            <a:avLst/>
          </a:prstGeom>
          <a:solidFill>
            <a:srgbClr val="284D43"/>
          </a:solidFill>
          <a:ln w="12700">
            <a:solidFill>
              <a:srgbClr val="3E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42016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DED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배포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94176" y="4187952"/>
            <a:ext cx="1188720" cy="310896"/>
          </a:xfrm>
          <a:prstGeom prst="roundRect">
            <a:avLst/>
          </a:prstGeom>
          <a:solidFill>
            <a:srgbClr val="284D43"/>
          </a:solidFill>
          <a:ln w="12700">
            <a:solidFill>
              <a:srgbClr val="3E6B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4176" y="42016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DED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7장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9834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AC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52120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plan-do-see-diary.vercel.app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61722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C6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2026.09.01  ·  stuls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COMPLETION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P0부터 P7까지, 제출 가능한 상태로 완료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구현·실제 자료·검증·증거·공개 배포를 한 흐름으로 마무리했다.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5216" y="1856232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2F8F5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20824"/>
            <a:ext cx="530352" cy="310896"/>
          </a:xfrm>
          <a:prstGeom prst="roundRect">
            <a:avLst/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345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45973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프로젝트·DB 연결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432304" y="203911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47288" y="1856232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2F8F5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2020824"/>
            <a:ext cx="530352" cy="310896"/>
          </a:xfrm>
          <a:prstGeom prst="roundRect">
            <a:avLst/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0345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11880" y="245973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6개·트리거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294376" y="203911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856232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2F8F5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2020824"/>
            <a:ext cx="530352" cy="310896"/>
          </a:xfrm>
          <a:prstGeom prst="roundRect">
            <a:avLst/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20345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73952" y="245973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API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156448" y="203911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71432" y="1856232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2F8F5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36024" y="2020824"/>
            <a:ext cx="530352" cy="310896"/>
          </a:xfrm>
          <a:prstGeom prst="roundRect">
            <a:avLst/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36024" y="20345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36024" y="245973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플래너·관리 화면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018520" y="203911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5216" y="3364992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FF9E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3529584"/>
            <a:ext cx="530352" cy="310896"/>
          </a:xfrm>
          <a:prstGeom prst="roundRect">
            <a:avLst/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54330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9808" y="396849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실행·돌아보기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2432304" y="3547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47288" y="3364992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FF9E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11880" y="3529584"/>
            <a:ext cx="530352" cy="310896"/>
          </a:xfrm>
          <a:prstGeom prst="roundRect">
            <a:avLst/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54330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11880" y="396849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실제 자료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294376" y="3547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3364992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FF9E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73952" y="3529584"/>
            <a:ext cx="530352" cy="310896"/>
          </a:xfrm>
          <a:prstGeom prst="roundRect">
            <a:avLst/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354330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73952" y="396849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보안·내보내기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156448" y="3547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171432" y="3364992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FF9E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336024" y="3529584"/>
            <a:ext cx="530352" cy="310896"/>
          </a:xfrm>
          <a:prstGeom prst="roundRect">
            <a:avLst/>
          </a:prstGeom>
          <a:solidFill>
            <a:srgbClr val="F4DFC0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36024" y="354330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A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P7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336024" y="396849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배포·제출 문서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11018520" y="3547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85216" y="5074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85216" y="5074920"/>
            <a:ext cx="73152" cy="960120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384" y="5193792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500" dirty="0"/>
          </a:p>
        </p:txBody>
      </p:sp>
      <p:sp>
        <p:nvSpPr>
          <p:cNvPr id="49" name="Text 47"/>
          <p:cNvSpPr/>
          <p:nvPr/>
        </p:nvSpPr>
        <p:spPr>
          <a:xfrm>
            <a:off x="786384" y="565099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화면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834640" y="5074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834640" y="5074920"/>
            <a:ext cx="73152" cy="960120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35808" y="5193792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2500" dirty="0"/>
          </a:p>
        </p:txBody>
      </p:sp>
      <p:sp>
        <p:nvSpPr>
          <p:cNvPr id="53" name="Text 51"/>
          <p:cNvSpPr/>
          <p:nvPr/>
        </p:nvSpPr>
        <p:spPr>
          <a:xfrm>
            <a:off x="3035808" y="565099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경로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084064" y="5074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084064" y="5074920"/>
            <a:ext cx="73152" cy="960120"/>
          </a:xfrm>
          <a:prstGeom prst="rect">
            <a:avLst/>
          </a:prstGeom>
          <a:solidFill>
            <a:srgbClr val="D36B55"/>
          </a:solidFill>
          <a:ln w="12700">
            <a:solidFill>
              <a:srgbClr val="D36B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85232" y="5193792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D36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500" dirty="0"/>
          </a:p>
        </p:txBody>
      </p:sp>
      <p:sp>
        <p:nvSpPr>
          <p:cNvPr id="57" name="Text 55"/>
          <p:cNvSpPr/>
          <p:nvPr/>
        </p:nvSpPr>
        <p:spPr>
          <a:xfrm>
            <a:off x="5285232" y="565099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표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333488" y="50749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333488" y="5074920"/>
            <a:ext cx="73152" cy="960120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34656" y="5193792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2500" dirty="0"/>
          </a:p>
        </p:txBody>
      </p:sp>
      <p:sp>
        <p:nvSpPr>
          <p:cNvPr id="61" name="Text 59"/>
          <p:cNvSpPr/>
          <p:nvPr/>
        </p:nvSpPr>
        <p:spPr>
          <a:xfrm>
            <a:off x="7534656" y="565099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검사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582912" y="50749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9582912" y="5074920"/>
            <a:ext cx="73152" cy="960120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84080" y="5193792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500" dirty="0"/>
          </a:p>
        </p:txBody>
      </p:sp>
      <p:sp>
        <p:nvSpPr>
          <p:cNvPr id="65" name="Text 63"/>
          <p:cNvSpPr/>
          <p:nvPr/>
        </p:nvSpPr>
        <p:spPr>
          <a:xfrm>
            <a:off x="9784080" y="56509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화면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6928" y="6583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 DB 비밀값을 내보내지 않는 단일 서버 구조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화면과 API를 한 프로젝트에 두고 서버만 Supabase PostgreSQL에 연결한다.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E8F4E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219456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일·주·월 플래너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4D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4568" y="219456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Router 화면 6개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API 경로 8개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1000" y="19659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E8F4E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02168" y="219456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229600" y="26517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관리형 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6개 + 트리거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2468880"/>
            <a:ext cx="566928" cy="502920"/>
          </a:xfrm>
          <a:prstGeom prst="chevron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2468880"/>
            <a:ext cx="566928" cy="502920"/>
          </a:xfrm>
          <a:prstGeom prst="chevron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306324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95744" y="30632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SQL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100584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2793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03120" y="4224528"/>
            <a:ext cx="1188720" cy="310896"/>
          </a:xfrm>
          <a:prstGeom prst="roundRect">
            <a:avLst/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42382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56432" y="4224528"/>
            <a:ext cx="1188720" cy="310896"/>
          </a:xfrm>
          <a:prstGeom prst="roundRect">
            <a:avLst/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42382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plan_revision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9744" y="4224528"/>
            <a:ext cx="1188720" cy="310896"/>
          </a:xfrm>
          <a:prstGeom prst="roundRect">
            <a:avLst/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42382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63056" y="4224528"/>
            <a:ext cx="1188720" cy="310896"/>
          </a:xfrm>
          <a:prstGeom prst="roundRect">
            <a:avLst/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42382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task_completion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516368" y="4224528"/>
            <a:ext cx="1188720" cy="310896"/>
          </a:xfrm>
          <a:prstGeom prst="roundRect">
            <a:avLst/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16368" y="42382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run_log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869680" y="4224528"/>
            <a:ext cx="1188720" cy="310896"/>
          </a:xfrm>
          <a:prstGeom prst="roundRect">
            <a:avLst/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0" y="42382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4400" y="4754880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D36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DATABASE_URL / POSTGRES_URL은 서버 전용 · NEXT_PUBLIC_* 사용 금지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927080" y="2148840"/>
            <a:ext cx="713232" cy="310896"/>
          </a:xfrm>
          <a:prstGeom prst="roundRect">
            <a:avLst/>
          </a:prstGeom>
          <a:solidFill>
            <a:srgbClr val="F4DFC0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27080" y="216255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A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927080" y="2551176"/>
            <a:ext cx="713232" cy="310896"/>
          </a:xfrm>
          <a:prstGeom prst="roundRect">
            <a:avLst/>
          </a:prstGeom>
          <a:solidFill>
            <a:srgbClr val="F4DFC0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27080" y="25648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A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583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실제 자료를 일간·주간·월간으로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날짜를 기준으로 계획과 할 일, 예상·실제 시간을 보고 바로 추가한다.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" y="1719072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7" name="Image 0" descr="C:\Users\stuls\Desktop\Agent\plan-do-see-diary\reports\assets\06_C34-C35_C78-C82_planner_public_no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446" y="1792224"/>
            <a:ext cx="1592292" cy="4050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5916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C34·C35·C78~C82  실제 자료와 공개 안내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17720" y="1755648"/>
            <a:ext cx="68122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28032" y="1929384"/>
            <a:ext cx="777240" cy="310896"/>
          </a:xfrm>
          <a:prstGeom prst="roundRect">
            <a:avLst/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28032" y="19431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833872" y="18928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일간 집중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96912" y="18928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할 일과 예상·실제 시간을 빠르게 확인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17720" y="2999232"/>
            <a:ext cx="6812280" cy="987552"/>
          </a:xfrm>
          <a:prstGeom prst="roundRect">
            <a:avLst>
              <a:gd name="adj" fmla="val 7407"/>
            </a:avLst>
          </a:prstGeom>
          <a:solidFill>
            <a:srgbClr val="FFF8EA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28032" y="3172968"/>
            <a:ext cx="777240" cy="310896"/>
          </a:xfrm>
          <a:prstGeom prst="roundRect">
            <a:avLst/>
          </a:prstGeom>
          <a:solidFill>
            <a:srgbClr val="F4DFC0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31866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A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833872" y="3136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7열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296912" y="313639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월요일부터 일요일까지 균일한 날짜 흐름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617720" y="4242816"/>
            <a:ext cx="68122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28032" y="4416552"/>
            <a:ext cx="777240" cy="310896"/>
          </a:xfrm>
          <a:prstGeom prst="roundRect">
            <a:avLst/>
          </a:prstGeom>
          <a:solidFill>
            <a:srgbClr val="DDEDE7"/>
          </a:solidFill>
          <a:ln w="12700">
            <a:solidFill>
              <a:srgbClr val="DDED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28032" y="44302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MONTH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833872" y="43799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6주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296912" y="437997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앞뒤 날짜를 포함해 일정 밀도를 한눈에 파악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617720" y="5596128"/>
            <a:ext cx="6812280" cy="658368"/>
          </a:xfrm>
          <a:prstGeom prst="roundRect">
            <a:avLst>
              <a:gd name="adj" fmla="val 11111"/>
            </a:avLst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892040" y="5742432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플래너 안에서 새 계획·새 할 일을 바로 추가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" y="6583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&amp; 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계획의 기준은 보존하고, 실행은 별도로 기록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이력·완료 멱등성·실행 기록 분리를 화면과 DB에서 함께 확인했다.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00784"/>
            <a:ext cx="3584448" cy="4526280"/>
          </a:xfrm>
          <a:prstGeom prst="roundRect">
            <a:avLst>
              <a:gd name="adj" fmla="val 2041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7" name="Image 0" descr="C:\Users\stuls\Desktop\Agent\plan-do-see-diary\reports\assets\01_C04-C08_plan_rev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8998" y="1773936"/>
            <a:ext cx="1592292" cy="4050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589788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C04~C08  계획과 수정 이력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97680" y="1700784"/>
            <a:ext cx="3584448" cy="4526280"/>
          </a:xfrm>
          <a:prstGeom prst="roundRect">
            <a:avLst>
              <a:gd name="adj" fmla="val 2041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10" name="Image 1" descr="C:\Users\stuls\Desktop\Agent\plan-do-see-diary\reports\assets\02_C09-C22_tasks_completion_s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758" y="1773936"/>
            <a:ext cx="1592292" cy="40507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589788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C09~C22  할 일·정렬·완료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092440" y="1700784"/>
            <a:ext cx="3584448" cy="4526280"/>
          </a:xfrm>
          <a:prstGeom prst="roundRect">
            <a:avLst>
              <a:gd name="adj" fmla="val 2041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13" name="Image 2" descr="C:\Users\stuls\Desktop\Agent\plan-do-see-diary\reports\assets\03_C23-C27_run_l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518" y="1773936"/>
            <a:ext cx="1592292" cy="40507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83880" y="589788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C23~C27  실제 실행 기록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66928" y="6583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숫자를 누르면 같은 조건의 근거 목록으로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숫자와 목록이 하나의 조건 생성 함수를 공유해 서로 어긋나지 않는다.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" y="1719072"/>
            <a:ext cx="3703320" cy="4526280"/>
          </a:xfrm>
          <a:prstGeom prst="roundRect">
            <a:avLst>
              <a:gd name="adj" fmla="val 1975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7" name="Image 0" descr="C:\Users\stuls\Desktop\Agent\plan-do-see-diary\reports\assets\04_C28-C33_C83_review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306" y="1792224"/>
            <a:ext cx="1592292" cy="4050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591616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C28~C33·C83  돌아보기 집계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26280" y="1719072"/>
            <a:ext cx="3703320" cy="4526280"/>
          </a:xfrm>
          <a:prstGeom prst="roundRect">
            <a:avLst>
              <a:gd name="adj" fmla="val 1975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10" name="Image 1" descr="C:\Users\stuls\Desktop\Agent\plan-do-see-diary\reports\assets\05_C83_metric_evidence_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794" y="1792224"/>
            <a:ext cx="1592292" cy="40507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591616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C83  완료 1 ↔ 근거 목록 1건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549640" y="182880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549640" y="1828800"/>
            <a:ext cx="73152" cy="960120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750808" y="1947672"/>
            <a:ext cx="101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8750808" y="2404872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안 할 일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10040112" y="182880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040112" y="1828800"/>
            <a:ext cx="73152" cy="960120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241280" y="1947672"/>
            <a:ext cx="101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500" dirty="0"/>
          </a:p>
        </p:txBody>
      </p:sp>
      <p:sp>
        <p:nvSpPr>
          <p:cNvPr id="19" name="Text 15"/>
          <p:cNvSpPr/>
          <p:nvPr/>
        </p:nvSpPr>
        <p:spPr>
          <a:xfrm>
            <a:off x="10241280" y="2404872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중 완료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549640" y="2999232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549640" y="2999232"/>
            <a:ext cx="73152" cy="960120"/>
          </a:xfrm>
          <a:prstGeom prst="rect">
            <a:avLst/>
          </a:prstGeom>
          <a:solidFill>
            <a:srgbClr val="D36B55"/>
          </a:solidFill>
          <a:ln w="12700">
            <a:solidFill>
              <a:srgbClr val="D36B5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750808" y="3118104"/>
            <a:ext cx="101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D36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500" dirty="0"/>
          </a:p>
        </p:txBody>
      </p:sp>
      <p:sp>
        <p:nvSpPr>
          <p:cNvPr id="23" name="Text 19"/>
          <p:cNvSpPr/>
          <p:nvPr/>
        </p:nvSpPr>
        <p:spPr>
          <a:xfrm>
            <a:off x="8750808" y="3575304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10040112" y="2999232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10040112" y="2999232"/>
            <a:ext cx="73152" cy="960120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241280" y="3118104"/>
            <a:ext cx="101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500" dirty="0"/>
          </a:p>
        </p:txBody>
      </p:sp>
      <p:sp>
        <p:nvSpPr>
          <p:cNvPr id="27" name="Text 23"/>
          <p:cNvSpPr/>
          <p:nvPr/>
        </p:nvSpPr>
        <p:spPr>
          <a:xfrm>
            <a:off x="10241280" y="3575304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막힘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549640" y="4251960"/>
            <a:ext cx="2816352" cy="1417320"/>
          </a:xfrm>
          <a:prstGeom prst="roundRect">
            <a:avLst>
              <a:gd name="adj" fmla="val 5161"/>
            </a:avLst>
          </a:prstGeom>
          <a:solidFill>
            <a:srgbClr val="FFF8EA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8796528" y="44988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200분 예상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8796528" y="4892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38분 실제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8796528" y="5285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36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  −162분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66928" y="6583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RULES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실수하기 쉬운 규칙을 UI가 아니라 데이터 구조로 고정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코드보다 데이터가 틀어지지 않는 경계를 먼저 만들었다.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64792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9476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81328" y="19110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시간은 전 구간 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47288" y="191109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저장·계산·표시 단위를 하나로 통일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81928" y="1764792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83096" y="19476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104888" y="19110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날짜와 UTC 시각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70848" y="191109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date와 timestamptz의 역할 분리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58368" y="3182112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8EA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9536" y="33649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481328" y="33284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 소프트 삭제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47288" y="332841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deleted_at IS NULL만 목록·집계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81928" y="3182112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8EA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83096" y="33649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104888" y="33284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완료는 DB 기본키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70848" y="332841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연타해도 task_completion 한 행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58368" y="4599432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9536" y="47823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481328" y="4745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이력은 트리거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47288" y="474573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경로와 무관하게 OLD 값 보존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281928" y="4599432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83096" y="47823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104888" y="4745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실행은 별도 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070848" y="474573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run_log가 예상 시간을 덮지 않음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6583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검사와 실제 화면 검증을 모두 통과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검증용 데이터는 증거를 남긴 뒤 원래 상태로 복원했다.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4F7F5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7" name="Image 0" descr="C:\Users\stuls\Desktop\Agent\plan-do-see-diary\reports\assets\07_C57_script_text_s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985" y="1810512"/>
            <a:ext cx="1556349" cy="3959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8430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C57  스크립트 문자가 텍스트로 표시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26280" y="1810512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810512"/>
            <a:ext cx="73152" cy="960120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192938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9/9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4727448" y="238658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검사 통과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720840" y="1810512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20840" y="1810512"/>
            <a:ext cx="73152" cy="960120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22008" y="192938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6922008" y="238658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915400" y="1810512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915400" y="1810512"/>
            <a:ext cx="73152" cy="960120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16568" y="192938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9116568" y="238658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Production build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26280" y="2999232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26280" y="2999232"/>
            <a:ext cx="73152" cy="960120"/>
          </a:xfrm>
          <a:prstGeom prst="rect">
            <a:avLst/>
          </a:prstGeom>
          <a:solidFill>
            <a:srgbClr val="D36B55"/>
          </a:solidFill>
          <a:ln w="12700">
            <a:solidFill>
              <a:srgbClr val="D36B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27448" y="31181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D36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727448" y="357530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audit 취약점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720840" y="2999232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720840" y="2999232"/>
            <a:ext cx="73152" cy="960120"/>
          </a:xfrm>
          <a:prstGeom prst="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22008" y="31181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2500" dirty="0"/>
          </a:p>
        </p:txBody>
      </p:sp>
      <p:sp>
        <p:nvSpPr>
          <p:cNvPr id="28" name="Text 25"/>
          <p:cNvSpPr/>
          <p:nvPr/>
        </p:nvSpPr>
        <p:spPr>
          <a:xfrm>
            <a:off x="6922008" y="357530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비밀값 노출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915400" y="2999232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915400" y="2999232"/>
            <a:ext cx="73152" cy="960120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16568" y="31181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</a:t>
            </a:r>
            <a:endParaRPr lang="en-US" sz="2500" dirty="0"/>
          </a:p>
        </p:txBody>
      </p:sp>
      <p:sp>
        <p:nvSpPr>
          <p:cNvPr id="32" name="Text 29"/>
          <p:cNvSpPr/>
          <p:nvPr/>
        </p:nvSpPr>
        <p:spPr>
          <a:xfrm>
            <a:off x="9116568" y="357530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URL 상태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526280" y="4251960"/>
            <a:ext cx="6400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773168" y="4489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해결한 문제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773168" y="4828032"/>
            <a:ext cx="5852160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보안 취약점 → 16.3.3으로 업그레이드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내보내기 30초 지연 → 순차 조회로 약 0.4초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prepared statement 간헐 오류 → prepare: false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6928" y="6583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&amp; JUDGMENT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만든 것과 사용자가 판단한 것을 분리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과제의 실제 자료와 제품 방향은 사용자가 결정했다.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456432" cy="3566160"/>
          </a:xfrm>
          <a:prstGeom prst="roundRect">
            <a:avLst>
              <a:gd name="adj" fmla="val 2116"/>
            </a:avLst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157984"/>
            <a:ext cx="640080" cy="310896"/>
          </a:xfrm>
          <a:prstGeom prst="roundRect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717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2761488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맡긴 일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96112" y="3675888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분석, DB·API·플래너 구현, 자동 검사와 문서 정리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62272" y="1874520"/>
            <a:ext cx="3456432" cy="3566160"/>
          </a:xfrm>
          <a:prstGeom prst="roundRect">
            <a:avLst>
              <a:gd name="adj" fmla="val 2116"/>
            </a:avLst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2157984"/>
            <a:ext cx="640080" cy="310896"/>
          </a:xfrm>
          <a:prstGeom prst="round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21717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18304" y="2761488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직접 판단한 일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18304" y="3675888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Supabase 연결과 실제 계획·할 일·실행 기록의 내용 결정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84464" y="1874520"/>
            <a:ext cx="3456432" cy="3566160"/>
          </a:xfrm>
          <a:prstGeom prst="roundRect">
            <a:avLst>
              <a:gd name="adj" fmla="val 2116"/>
            </a:avLst>
          </a:prstGeom>
          <a:solidFill>
            <a:srgbClr val="FBEFEB"/>
          </a:solidFill>
          <a:ln w="12700">
            <a:solidFill>
              <a:srgbClr val="FBEFEB"/>
            </a:solidFill>
            <a:prstDash val="solid"/>
          </a:ln>
          <a:effectLst>
            <a:outerShdw sx="100000" sy="100000" kx="0" ky="0" algn="bl" rotWithShape="0" blurRad="12700" dist="50800" dir="2700000">
              <a:srgbClr val="AAB8B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40496" y="2157984"/>
            <a:ext cx="640080" cy="310896"/>
          </a:xfrm>
          <a:prstGeom prst="roundRect">
            <a:avLst/>
          </a:prstGeom>
          <a:solidFill>
            <a:srgbClr val="D36B55"/>
          </a:solidFill>
          <a:ln w="12700">
            <a:solidFill>
              <a:srgbClr val="D36B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0496" y="21717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40496" y="2761488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36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제안을 따르지 않은 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40496" y="3675888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입력 화면만 쓰지 않고 플래너에서도 바로 추가하도록 방향 수정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79729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실제 자료를 직접 입력하고 공개 범위를 승인했다.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583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REQUIREMENT MAPPING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1 — 계획 세우기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계획의 필수 값과 수정 전 이력을 확인한다.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1097280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2821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64208" y="1700784"/>
            <a:ext cx="4663440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9072" y="1728216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700784"/>
            <a:ext cx="4315968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282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구현·증거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643616" y="1700784"/>
            <a:ext cx="987552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0" y="172821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121408"/>
            <a:ext cx="10972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44268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664208" y="2121408"/>
            <a:ext cx="4663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19072" y="2144268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기간 저장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327648" y="2121408"/>
            <a:ext cx="4315968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1442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plan.start_date · end_date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10643616" y="2121408"/>
            <a:ext cx="987552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0" y="2144268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2734056"/>
            <a:ext cx="109728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756916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C05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1664208" y="2734056"/>
            <a:ext cx="466344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19072" y="2756916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저장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327648" y="2734056"/>
            <a:ext cx="4315968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7569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plan.priority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10643616" y="2734056"/>
            <a:ext cx="987552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0" y="2756916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3346704"/>
            <a:ext cx="10972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369564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1664208" y="3346704"/>
            <a:ext cx="4663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19072" y="3369564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 저장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327648" y="3346704"/>
            <a:ext cx="4315968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33695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plan.success_criteria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10643616" y="3346704"/>
            <a:ext cx="987552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98480" y="3369564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3959352"/>
            <a:ext cx="109728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3982212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1664208" y="3959352"/>
            <a:ext cx="466344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19072" y="3982212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시간 저장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6327648" y="3959352"/>
            <a:ext cx="4315968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398221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plan.estimate_minutes · 분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10643616" y="3959352"/>
            <a:ext cx="987552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98480" y="3982212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4572000"/>
            <a:ext cx="10972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4594860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C08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1664208" y="4572000"/>
            <a:ext cx="4663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19072" y="4594860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전 계획 보존</a:t>
            </a:r>
            <a:endParaRPr lang="en-US" sz="960" dirty="0"/>
          </a:p>
        </p:txBody>
      </p:sp>
      <p:sp>
        <p:nvSpPr>
          <p:cNvPr id="50" name="Shape 48"/>
          <p:cNvSpPr/>
          <p:nvPr/>
        </p:nvSpPr>
        <p:spPr>
          <a:xfrm>
            <a:off x="6327648" y="4572000"/>
            <a:ext cx="4315968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45948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트리거 · 수정 이력 화면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10643616" y="4572000"/>
            <a:ext cx="987552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698480" y="4594860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6583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REQUIREMENT MAPPING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2 — 할 일 다루기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만들기부터 검색·정렬과 완료 되돌리기까지 확인한다.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1097280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2821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64208" y="1700784"/>
            <a:ext cx="4663440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9072" y="1728216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700784"/>
            <a:ext cx="4315968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282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구현·증거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643616" y="1700784"/>
            <a:ext cx="987552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0" y="172821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121408"/>
            <a:ext cx="1097280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44268"/>
            <a:ext cx="98755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C09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664208" y="2121408"/>
            <a:ext cx="4663440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19072" y="2144268"/>
            <a:ext cx="455371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 만들기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327648" y="2121408"/>
            <a:ext cx="4315968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144268"/>
            <a:ext cx="420624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/api/tasks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10643616" y="2121408"/>
            <a:ext cx="987552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0" y="2144268"/>
            <a:ext cx="877824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2479548"/>
            <a:ext cx="1097280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502408"/>
            <a:ext cx="98755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C10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1664208" y="2479548"/>
            <a:ext cx="4663440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19072" y="2502408"/>
            <a:ext cx="455371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고치기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327648" y="2479548"/>
            <a:ext cx="4315968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502408"/>
            <a:ext cx="420624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PATCH /api/tasks/[id]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10643616" y="2479548"/>
            <a:ext cx="987552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0" y="2502408"/>
            <a:ext cx="877824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2837688"/>
            <a:ext cx="1097280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2860548"/>
            <a:ext cx="98755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C11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1664208" y="2837688"/>
            <a:ext cx="4663440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19072" y="2860548"/>
            <a:ext cx="455371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완료로 바꾸기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327648" y="2837688"/>
            <a:ext cx="4315968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2860548"/>
            <a:ext cx="420624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task_completion INSERT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10643616" y="2837688"/>
            <a:ext cx="987552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98480" y="2860548"/>
            <a:ext cx="877824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3195828"/>
            <a:ext cx="1097280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3218688"/>
            <a:ext cx="98755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C12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1664208" y="3195828"/>
            <a:ext cx="4663440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19072" y="3218688"/>
            <a:ext cx="455371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되돌리기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6327648" y="3195828"/>
            <a:ext cx="4315968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3218688"/>
            <a:ext cx="420624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task_completion DELETE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10643616" y="3195828"/>
            <a:ext cx="987552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98480" y="3218688"/>
            <a:ext cx="877824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3553968"/>
            <a:ext cx="1097280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3576828"/>
            <a:ext cx="98755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C13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1664208" y="3553968"/>
            <a:ext cx="4663440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19072" y="3576828"/>
            <a:ext cx="455371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 지우기</a:t>
            </a:r>
            <a:endParaRPr lang="en-US" sz="960" dirty="0"/>
          </a:p>
        </p:txBody>
      </p:sp>
      <p:sp>
        <p:nvSpPr>
          <p:cNvPr id="50" name="Shape 48"/>
          <p:cNvSpPr/>
          <p:nvPr/>
        </p:nvSpPr>
        <p:spPr>
          <a:xfrm>
            <a:off x="6327648" y="3553968"/>
            <a:ext cx="4315968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3576828"/>
            <a:ext cx="420624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deleted_at 소프트 삭제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10643616" y="3553968"/>
            <a:ext cx="987552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698480" y="3576828"/>
            <a:ext cx="877824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66928" y="3912108"/>
            <a:ext cx="1097280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3934968"/>
            <a:ext cx="98755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C14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1664208" y="3912108"/>
            <a:ext cx="4663440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19072" y="3934968"/>
            <a:ext cx="455371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마감일 저장</a:t>
            </a:r>
            <a:endParaRPr lang="en-US" sz="960" dirty="0"/>
          </a:p>
        </p:txBody>
      </p:sp>
      <p:sp>
        <p:nvSpPr>
          <p:cNvPr id="58" name="Shape 56"/>
          <p:cNvSpPr/>
          <p:nvPr/>
        </p:nvSpPr>
        <p:spPr>
          <a:xfrm>
            <a:off x="6327648" y="3912108"/>
            <a:ext cx="4315968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82512" y="3934968"/>
            <a:ext cx="420624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날짜 date</a:t>
            </a:r>
            <a:endParaRPr lang="en-US" sz="960" dirty="0"/>
          </a:p>
        </p:txBody>
      </p:sp>
      <p:sp>
        <p:nvSpPr>
          <p:cNvPr id="60" name="Shape 58"/>
          <p:cNvSpPr/>
          <p:nvPr/>
        </p:nvSpPr>
        <p:spPr>
          <a:xfrm>
            <a:off x="10643616" y="3912108"/>
            <a:ext cx="987552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698480" y="3934968"/>
            <a:ext cx="877824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66928" y="4270248"/>
            <a:ext cx="1097280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1792" y="4293108"/>
            <a:ext cx="98755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C15</a:t>
            </a:r>
            <a:endParaRPr lang="en-US" sz="920" dirty="0"/>
          </a:p>
        </p:txBody>
      </p:sp>
      <p:sp>
        <p:nvSpPr>
          <p:cNvPr id="64" name="Shape 62"/>
          <p:cNvSpPr/>
          <p:nvPr/>
        </p:nvSpPr>
        <p:spPr>
          <a:xfrm>
            <a:off x="1664208" y="4270248"/>
            <a:ext cx="4663440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19072" y="4293108"/>
            <a:ext cx="455371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저장</a:t>
            </a:r>
            <a:endParaRPr lang="en-US" sz="960" dirty="0"/>
          </a:p>
        </p:txBody>
      </p:sp>
      <p:sp>
        <p:nvSpPr>
          <p:cNvPr id="66" name="Shape 64"/>
          <p:cNvSpPr/>
          <p:nvPr/>
        </p:nvSpPr>
        <p:spPr>
          <a:xfrm>
            <a:off x="6327648" y="4270248"/>
            <a:ext cx="4315968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82512" y="4293108"/>
            <a:ext cx="420624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task.priority</a:t>
            </a:r>
            <a:endParaRPr lang="en-US" sz="960" dirty="0"/>
          </a:p>
        </p:txBody>
      </p:sp>
      <p:sp>
        <p:nvSpPr>
          <p:cNvPr id="68" name="Shape 66"/>
          <p:cNvSpPr/>
          <p:nvPr/>
        </p:nvSpPr>
        <p:spPr>
          <a:xfrm>
            <a:off x="10643616" y="4270248"/>
            <a:ext cx="987552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698480" y="4293108"/>
            <a:ext cx="877824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66928" y="4628388"/>
            <a:ext cx="1097280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1792" y="4651248"/>
            <a:ext cx="98755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C16</a:t>
            </a:r>
            <a:endParaRPr lang="en-US" sz="920" dirty="0"/>
          </a:p>
        </p:txBody>
      </p:sp>
      <p:sp>
        <p:nvSpPr>
          <p:cNvPr id="72" name="Shape 70"/>
          <p:cNvSpPr/>
          <p:nvPr/>
        </p:nvSpPr>
        <p:spPr>
          <a:xfrm>
            <a:off x="1664208" y="4628388"/>
            <a:ext cx="4663440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719072" y="4651248"/>
            <a:ext cx="455371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 저장</a:t>
            </a:r>
            <a:endParaRPr lang="en-US" sz="960" dirty="0"/>
          </a:p>
        </p:txBody>
      </p:sp>
      <p:sp>
        <p:nvSpPr>
          <p:cNvPr id="74" name="Shape 72"/>
          <p:cNvSpPr/>
          <p:nvPr/>
        </p:nvSpPr>
        <p:spPr>
          <a:xfrm>
            <a:off x="6327648" y="4628388"/>
            <a:ext cx="4315968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82512" y="4651248"/>
            <a:ext cx="420624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task.tags</a:t>
            </a:r>
            <a:endParaRPr lang="en-US" sz="960" dirty="0"/>
          </a:p>
        </p:txBody>
      </p:sp>
      <p:sp>
        <p:nvSpPr>
          <p:cNvPr id="76" name="Shape 74"/>
          <p:cNvSpPr/>
          <p:nvPr/>
        </p:nvSpPr>
        <p:spPr>
          <a:xfrm>
            <a:off x="10643616" y="4628388"/>
            <a:ext cx="987552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698480" y="4651248"/>
            <a:ext cx="877824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66928" y="4986528"/>
            <a:ext cx="1097280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1792" y="5009388"/>
            <a:ext cx="98755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C17</a:t>
            </a:r>
            <a:endParaRPr lang="en-US" sz="920" dirty="0"/>
          </a:p>
        </p:txBody>
      </p:sp>
      <p:sp>
        <p:nvSpPr>
          <p:cNvPr id="80" name="Shape 78"/>
          <p:cNvSpPr/>
          <p:nvPr/>
        </p:nvSpPr>
        <p:spPr>
          <a:xfrm>
            <a:off x="1664208" y="4986528"/>
            <a:ext cx="4663440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719072" y="5009388"/>
            <a:ext cx="455371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시간 저장</a:t>
            </a:r>
            <a:endParaRPr lang="en-US" sz="960" dirty="0"/>
          </a:p>
        </p:txBody>
      </p:sp>
      <p:sp>
        <p:nvSpPr>
          <p:cNvPr id="82" name="Shape 80"/>
          <p:cNvSpPr/>
          <p:nvPr/>
        </p:nvSpPr>
        <p:spPr>
          <a:xfrm>
            <a:off x="6327648" y="4986528"/>
            <a:ext cx="4315968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82512" y="5009388"/>
            <a:ext cx="420624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estimate_minutes · 분</a:t>
            </a:r>
            <a:endParaRPr lang="en-US" sz="960" dirty="0"/>
          </a:p>
        </p:txBody>
      </p:sp>
      <p:sp>
        <p:nvSpPr>
          <p:cNvPr id="84" name="Shape 82"/>
          <p:cNvSpPr/>
          <p:nvPr/>
        </p:nvSpPr>
        <p:spPr>
          <a:xfrm>
            <a:off x="10643616" y="4986528"/>
            <a:ext cx="987552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698480" y="5009388"/>
            <a:ext cx="877824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66928" y="5344668"/>
            <a:ext cx="1097280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1792" y="5367528"/>
            <a:ext cx="98755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C18</a:t>
            </a:r>
            <a:endParaRPr lang="en-US" sz="920" dirty="0"/>
          </a:p>
        </p:txBody>
      </p:sp>
      <p:sp>
        <p:nvSpPr>
          <p:cNvPr id="88" name="Shape 86"/>
          <p:cNvSpPr/>
          <p:nvPr/>
        </p:nvSpPr>
        <p:spPr>
          <a:xfrm>
            <a:off x="1664208" y="5344668"/>
            <a:ext cx="4663440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719072" y="5367528"/>
            <a:ext cx="455371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960" dirty="0"/>
          </a:p>
        </p:txBody>
      </p:sp>
      <p:sp>
        <p:nvSpPr>
          <p:cNvPr id="90" name="Shape 88"/>
          <p:cNvSpPr/>
          <p:nvPr/>
        </p:nvSpPr>
        <p:spPr>
          <a:xfrm>
            <a:off x="6327648" y="5344668"/>
            <a:ext cx="4315968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82512" y="5367528"/>
            <a:ext cx="420624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제목·메모 서버 SQL</a:t>
            </a:r>
            <a:endParaRPr lang="en-US" sz="960" dirty="0"/>
          </a:p>
        </p:txBody>
      </p:sp>
      <p:sp>
        <p:nvSpPr>
          <p:cNvPr id="92" name="Shape 90"/>
          <p:cNvSpPr/>
          <p:nvPr/>
        </p:nvSpPr>
        <p:spPr>
          <a:xfrm>
            <a:off x="10643616" y="5344668"/>
            <a:ext cx="987552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698480" y="5367528"/>
            <a:ext cx="877824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566928" y="5702808"/>
            <a:ext cx="1097280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1792" y="5725668"/>
            <a:ext cx="98755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C19</a:t>
            </a:r>
            <a:endParaRPr lang="en-US" sz="920" dirty="0"/>
          </a:p>
        </p:txBody>
      </p:sp>
      <p:sp>
        <p:nvSpPr>
          <p:cNvPr id="96" name="Shape 94"/>
          <p:cNvSpPr/>
          <p:nvPr/>
        </p:nvSpPr>
        <p:spPr>
          <a:xfrm>
            <a:off x="1664208" y="5702808"/>
            <a:ext cx="4663440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719072" y="5725668"/>
            <a:ext cx="455371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거르기</a:t>
            </a:r>
            <a:endParaRPr lang="en-US" sz="960" dirty="0"/>
          </a:p>
        </p:txBody>
      </p:sp>
      <p:sp>
        <p:nvSpPr>
          <p:cNvPr id="98" name="Shape 96"/>
          <p:cNvSpPr/>
          <p:nvPr/>
        </p:nvSpPr>
        <p:spPr>
          <a:xfrm>
            <a:off x="6327648" y="5702808"/>
            <a:ext cx="4315968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82512" y="5725668"/>
            <a:ext cx="420624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상태·우선순위·태그·지연</a:t>
            </a:r>
            <a:endParaRPr lang="en-US" sz="960" dirty="0"/>
          </a:p>
        </p:txBody>
      </p:sp>
      <p:sp>
        <p:nvSpPr>
          <p:cNvPr id="100" name="Shape 98"/>
          <p:cNvSpPr/>
          <p:nvPr/>
        </p:nvSpPr>
        <p:spPr>
          <a:xfrm>
            <a:off x="10643616" y="5702808"/>
            <a:ext cx="987552" cy="3581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698480" y="5725668"/>
            <a:ext cx="877824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566928" y="6060948"/>
            <a:ext cx="1097280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1792" y="6083808"/>
            <a:ext cx="98755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C20</a:t>
            </a:r>
            <a:endParaRPr lang="en-US" sz="920" dirty="0"/>
          </a:p>
        </p:txBody>
      </p:sp>
      <p:sp>
        <p:nvSpPr>
          <p:cNvPr id="104" name="Shape 102"/>
          <p:cNvSpPr/>
          <p:nvPr/>
        </p:nvSpPr>
        <p:spPr>
          <a:xfrm>
            <a:off x="1664208" y="6060948"/>
            <a:ext cx="4663440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719072" y="6083808"/>
            <a:ext cx="4553712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기준대로 정렬</a:t>
            </a:r>
            <a:endParaRPr lang="en-US" sz="960" dirty="0"/>
          </a:p>
        </p:txBody>
      </p:sp>
      <p:sp>
        <p:nvSpPr>
          <p:cNvPr id="106" name="Shape 104"/>
          <p:cNvSpPr/>
          <p:nvPr/>
        </p:nvSpPr>
        <p:spPr>
          <a:xfrm>
            <a:off x="6327648" y="6060948"/>
            <a:ext cx="4315968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382512" y="6083808"/>
            <a:ext cx="420624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마감일 → 우선순위 → ID</a:t>
            </a:r>
            <a:endParaRPr lang="en-US" sz="960" dirty="0"/>
          </a:p>
        </p:txBody>
      </p:sp>
      <p:sp>
        <p:nvSpPr>
          <p:cNvPr id="108" name="Shape 106"/>
          <p:cNvSpPr/>
          <p:nvPr/>
        </p:nvSpPr>
        <p:spPr>
          <a:xfrm>
            <a:off x="10643616" y="6060948"/>
            <a:ext cx="987552" cy="358140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698480" y="6083808"/>
            <a:ext cx="877824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" y="6583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REQUIREMENT MAPPING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3 — 실제로 한 일 적기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 분리와 완료 중복 방지를 확인한다.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1097280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2821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64208" y="1700784"/>
            <a:ext cx="4663440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9072" y="1728216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700784"/>
            <a:ext cx="4315968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282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구현·증거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643616" y="1700784"/>
            <a:ext cx="987552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0" y="172821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121408"/>
            <a:ext cx="10972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44268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C21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664208" y="2121408"/>
            <a:ext cx="4663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19072" y="2144268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연타 기록 1건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327648" y="2121408"/>
            <a:ext cx="4315968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1442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+ ON CONFLICT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10643616" y="2121408"/>
            <a:ext cx="987552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0" y="2144268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2734056"/>
            <a:ext cx="109728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756916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C22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1664208" y="2734056"/>
            <a:ext cx="466344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19072" y="2756916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수도 +1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327648" y="2734056"/>
            <a:ext cx="4315968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7569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task_completion 직접 집계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10643616" y="2734056"/>
            <a:ext cx="987552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0" y="2756916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3346704"/>
            <a:ext cx="10972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369564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C23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1664208" y="3346704"/>
            <a:ext cx="4663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19072" y="3369564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시각 저장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327648" y="3346704"/>
            <a:ext cx="4315968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33695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run_log.started_at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10643616" y="3346704"/>
            <a:ext cx="987552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98480" y="3369564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3959352"/>
            <a:ext cx="109728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3982212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C24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1664208" y="3959352"/>
            <a:ext cx="466344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19072" y="3982212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시각 저장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6327648" y="3959352"/>
            <a:ext cx="4315968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398221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run_log.ended_at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10643616" y="3959352"/>
            <a:ext cx="987552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98480" y="3982212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4572000"/>
            <a:ext cx="10972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4594860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C25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1664208" y="4572000"/>
            <a:ext cx="4663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19072" y="4594860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시간 저장</a:t>
            </a:r>
            <a:endParaRPr lang="en-US" sz="960" dirty="0"/>
          </a:p>
        </p:txBody>
      </p:sp>
      <p:sp>
        <p:nvSpPr>
          <p:cNvPr id="50" name="Shape 48"/>
          <p:cNvSpPr/>
          <p:nvPr/>
        </p:nvSpPr>
        <p:spPr>
          <a:xfrm>
            <a:off x="6327648" y="4572000"/>
            <a:ext cx="4315968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45948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actual_minutes · 분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10643616" y="4572000"/>
            <a:ext cx="987552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698480" y="4594860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66928" y="5184648"/>
            <a:ext cx="109728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5207508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C26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1664208" y="5184648"/>
            <a:ext cx="466344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19072" y="5207508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이유 저장</a:t>
            </a:r>
            <a:endParaRPr lang="en-US" sz="960" dirty="0"/>
          </a:p>
        </p:txBody>
      </p:sp>
      <p:sp>
        <p:nvSpPr>
          <p:cNvPr id="58" name="Shape 56"/>
          <p:cNvSpPr/>
          <p:nvPr/>
        </p:nvSpPr>
        <p:spPr>
          <a:xfrm>
            <a:off x="6327648" y="5184648"/>
            <a:ext cx="4315968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82512" y="52075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blocker_reason</a:t>
            </a:r>
            <a:endParaRPr lang="en-US" sz="960" dirty="0"/>
          </a:p>
        </p:txBody>
      </p:sp>
      <p:sp>
        <p:nvSpPr>
          <p:cNvPr id="60" name="Shape 58"/>
          <p:cNvSpPr/>
          <p:nvPr/>
        </p:nvSpPr>
        <p:spPr>
          <a:xfrm>
            <a:off x="10643616" y="5184648"/>
            <a:ext cx="987552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698480" y="5207508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66928" y="5797296"/>
            <a:ext cx="10972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1792" y="5820156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C27</a:t>
            </a:r>
            <a:endParaRPr lang="en-US" sz="920" dirty="0"/>
          </a:p>
        </p:txBody>
      </p:sp>
      <p:sp>
        <p:nvSpPr>
          <p:cNvPr id="64" name="Shape 62"/>
          <p:cNvSpPr/>
          <p:nvPr/>
        </p:nvSpPr>
        <p:spPr>
          <a:xfrm>
            <a:off x="1664208" y="5797296"/>
            <a:ext cx="4663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19072" y="5820156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값 미변경</a:t>
            </a:r>
            <a:endParaRPr lang="en-US" sz="960" dirty="0"/>
          </a:p>
        </p:txBody>
      </p:sp>
      <p:sp>
        <p:nvSpPr>
          <p:cNvPr id="66" name="Shape 64"/>
          <p:cNvSpPr/>
          <p:nvPr/>
        </p:nvSpPr>
        <p:spPr>
          <a:xfrm>
            <a:off x="6327648" y="5797296"/>
            <a:ext cx="4315968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82512" y="58201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 API 자동 검사</a:t>
            </a:r>
            <a:endParaRPr lang="en-US" sz="960" dirty="0"/>
          </a:p>
        </p:txBody>
      </p:sp>
      <p:sp>
        <p:nvSpPr>
          <p:cNvPr id="68" name="Shape 66"/>
          <p:cNvSpPr/>
          <p:nvPr/>
        </p:nvSpPr>
        <p:spPr>
          <a:xfrm>
            <a:off x="10643616" y="5797296"/>
            <a:ext cx="987552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698480" y="5820156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" y="6583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REQUIREMENT MAPPING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4 — 돌아보기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집계와 근거, 다음 계획 이월을 확인한다.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1097280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2821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64208" y="1700784"/>
            <a:ext cx="4663440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9072" y="1728216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700784"/>
            <a:ext cx="4315968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282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구현·증거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643616" y="1700784"/>
            <a:ext cx="987552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0" y="172821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121408"/>
            <a:ext cx="10972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44268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C28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664208" y="2121408"/>
            <a:ext cx="4663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19072" y="2144268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수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327648" y="2121408"/>
            <a:ext cx="4315968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1442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삭제하지 않은 기간 내 할 일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10643616" y="2121408"/>
            <a:ext cx="987552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0" y="2144268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2734056"/>
            <a:ext cx="109728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756916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C29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1664208" y="2734056"/>
            <a:ext cx="466344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19072" y="2756916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수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327648" y="2734056"/>
            <a:ext cx="4315968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7569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task_completion 조인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10643616" y="2734056"/>
            <a:ext cx="987552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0" y="2756916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3346704"/>
            <a:ext cx="10972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369564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C30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1664208" y="3346704"/>
            <a:ext cx="4663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19072" y="3369564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수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327648" y="3346704"/>
            <a:ext cx="4315968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33695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미완료 · 마감 &lt; 서울 오늘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10643616" y="3346704"/>
            <a:ext cx="987552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98480" y="3369564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3959352"/>
            <a:ext cx="109728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3982212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C31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1664208" y="3959352"/>
            <a:ext cx="466344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19072" y="3982212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막힘 수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6327648" y="3959352"/>
            <a:ext cx="4315968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398221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이유가 있는 할 일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10643616" y="3959352"/>
            <a:ext cx="987552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98480" y="3982212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4572000"/>
            <a:ext cx="10972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4594860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C32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1664208" y="4572000"/>
            <a:ext cx="4663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19072" y="4594860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예상·실제·차이</a:t>
            </a:r>
            <a:endParaRPr lang="en-US" sz="960" dirty="0"/>
          </a:p>
        </p:txBody>
      </p:sp>
      <p:sp>
        <p:nvSpPr>
          <p:cNvPr id="50" name="Shape 48"/>
          <p:cNvSpPr/>
          <p:nvPr/>
        </p:nvSpPr>
        <p:spPr>
          <a:xfrm>
            <a:off x="6327648" y="4572000"/>
            <a:ext cx="4315968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45948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SUM · COALESCE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10643616" y="4572000"/>
            <a:ext cx="987552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698480" y="4594860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66928" y="5184648"/>
            <a:ext cx="109728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5207508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C83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1664208" y="5184648"/>
            <a:ext cx="4663440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19072" y="5207508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숫자에서 근거 이동</a:t>
            </a:r>
            <a:endParaRPr lang="en-US" sz="960" dirty="0"/>
          </a:p>
        </p:txBody>
      </p:sp>
      <p:sp>
        <p:nvSpPr>
          <p:cNvPr id="58" name="Shape 56"/>
          <p:cNvSpPr/>
          <p:nvPr/>
        </p:nvSpPr>
        <p:spPr>
          <a:xfrm>
            <a:off x="6327648" y="5184648"/>
            <a:ext cx="4315968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82512" y="52075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조건 함수 · 목록 1건</a:t>
            </a:r>
            <a:endParaRPr lang="en-US" sz="960" dirty="0"/>
          </a:p>
        </p:txBody>
      </p:sp>
      <p:sp>
        <p:nvSpPr>
          <p:cNvPr id="60" name="Shape 58"/>
          <p:cNvSpPr/>
          <p:nvPr/>
        </p:nvSpPr>
        <p:spPr>
          <a:xfrm>
            <a:off x="10643616" y="5184648"/>
            <a:ext cx="987552" cy="612648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698480" y="5207508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66928" y="5797296"/>
            <a:ext cx="10972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1792" y="5820156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C33</a:t>
            </a:r>
            <a:endParaRPr lang="en-US" sz="920" dirty="0"/>
          </a:p>
        </p:txBody>
      </p:sp>
      <p:sp>
        <p:nvSpPr>
          <p:cNvPr id="64" name="Shape 62"/>
          <p:cNvSpPr/>
          <p:nvPr/>
        </p:nvSpPr>
        <p:spPr>
          <a:xfrm>
            <a:off x="1664208" y="5797296"/>
            <a:ext cx="4663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19072" y="5820156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고칠 점 이월</a:t>
            </a:r>
            <a:endParaRPr lang="en-US" sz="960" dirty="0"/>
          </a:p>
        </p:txBody>
      </p:sp>
      <p:sp>
        <p:nvSpPr>
          <p:cNvPr id="66" name="Shape 64"/>
          <p:cNvSpPr/>
          <p:nvPr/>
        </p:nvSpPr>
        <p:spPr>
          <a:xfrm>
            <a:off x="6327648" y="5797296"/>
            <a:ext cx="4315968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82512" y="58201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 → carried plan</a:t>
            </a:r>
            <a:endParaRPr lang="en-US" sz="960" dirty="0"/>
          </a:p>
        </p:txBody>
      </p:sp>
      <p:sp>
        <p:nvSpPr>
          <p:cNvPr id="68" name="Shape 66"/>
          <p:cNvSpPr/>
          <p:nvPr/>
        </p:nvSpPr>
        <p:spPr>
          <a:xfrm>
            <a:off x="10643616" y="5797296"/>
            <a:ext cx="987552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698480" y="5820156"/>
            <a:ext cx="877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" y="6583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58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REQUIREMENT MAPPING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5 — 내 것으로 채우고 잃지 않기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0700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자료·복원·보안·제출 정보를 확인한다.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064240" y="329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1097280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2821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64208" y="1700784"/>
            <a:ext cx="4663440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9072" y="1728216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700784"/>
            <a:ext cx="4315968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282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구현·증거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643616" y="1700784"/>
            <a:ext cx="987552" cy="420624"/>
          </a:xfrm>
          <a:prstGeom prst="rect">
            <a:avLst/>
          </a:prstGeom>
          <a:solidFill>
            <a:srgbClr val="17372F"/>
          </a:solidFill>
          <a:ln w="12700">
            <a:solidFill>
              <a:srgbClr val="1737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0" y="172821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121408"/>
            <a:ext cx="1097280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44268"/>
            <a:ext cx="98755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C34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664208" y="2121408"/>
            <a:ext cx="4663440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19072" y="2144268"/>
            <a:ext cx="455371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실제 DB 저장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327648" y="2121408"/>
            <a:ext cx="4315968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144268"/>
            <a:ext cx="4206240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Supabase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10643616" y="2121408"/>
            <a:ext cx="987552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0" y="2144268"/>
            <a:ext cx="877824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2451999"/>
            <a:ext cx="1097280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474859"/>
            <a:ext cx="98755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C35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1664208" y="2451999"/>
            <a:ext cx="4663440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19072" y="2474859"/>
            <a:ext cx="455371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새로고침 뒤 복원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327648" y="2451999"/>
            <a:ext cx="4315968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474859"/>
            <a:ext cx="4206240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ID·날짜·값·단위 유지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10643616" y="2451999"/>
            <a:ext cx="987552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0" y="2474859"/>
            <a:ext cx="877824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2782590"/>
            <a:ext cx="1097280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2805450"/>
            <a:ext cx="98755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C78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1664208" y="2782590"/>
            <a:ext cx="4663440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19072" y="2805450"/>
            <a:ext cx="455371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계획 1개 이상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327648" y="2782590"/>
            <a:ext cx="4315968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2805450"/>
            <a:ext cx="4206240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직접 입력 · 현재 2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10643616" y="2782590"/>
            <a:ext cx="987552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98480" y="2805450"/>
            <a:ext cx="877824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3113180"/>
            <a:ext cx="1097280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3136040"/>
            <a:ext cx="98755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C79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1664208" y="3113180"/>
            <a:ext cx="4663440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19072" y="3136040"/>
            <a:ext cx="455371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 5개 이상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6327648" y="3113180"/>
            <a:ext cx="4315968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3136040"/>
            <a:ext cx="4206240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직접 입력 · 5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10643616" y="3113180"/>
            <a:ext cx="987552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98480" y="3136040"/>
            <a:ext cx="877824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3443771"/>
            <a:ext cx="1097280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3466631"/>
            <a:ext cx="98755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C80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1664208" y="3443771"/>
            <a:ext cx="4663440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19072" y="3466631"/>
            <a:ext cx="455371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 3개 이상</a:t>
            </a:r>
            <a:endParaRPr lang="en-US" sz="960" dirty="0"/>
          </a:p>
        </p:txBody>
      </p:sp>
      <p:sp>
        <p:nvSpPr>
          <p:cNvPr id="50" name="Shape 48"/>
          <p:cNvSpPr/>
          <p:nvPr/>
        </p:nvSpPr>
        <p:spPr>
          <a:xfrm>
            <a:off x="6327648" y="3443771"/>
            <a:ext cx="4315968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3466631"/>
            <a:ext cx="4206240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직접 입력 · 3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10643616" y="3443771"/>
            <a:ext cx="987552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698480" y="3466631"/>
            <a:ext cx="877824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66928" y="3774362"/>
            <a:ext cx="1097280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3797222"/>
            <a:ext cx="98755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C81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1664208" y="3774362"/>
            <a:ext cx="4663440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19072" y="3797222"/>
            <a:ext cx="455371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돌아보기 0 아님</a:t>
            </a:r>
            <a:endParaRPr lang="en-US" sz="960" dirty="0"/>
          </a:p>
        </p:txBody>
      </p:sp>
      <p:sp>
        <p:nvSpPr>
          <p:cNvPr id="58" name="Shape 56"/>
          <p:cNvSpPr/>
          <p:nvPr/>
        </p:nvSpPr>
        <p:spPr>
          <a:xfrm>
            <a:off x="6327648" y="3774362"/>
            <a:ext cx="4315968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82512" y="3797222"/>
            <a:ext cx="4206240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200 · 실제 38분</a:t>
            </a:r>
            <a:endParaRPr lang="en-US" sz="960" dirty="0"/>
          </a:p>
        </p:txBody>
      </p:sp>
      <p:sp>
        <p:nvSpPr>
          <p:cNvPr id="60" name="Shape 58"/>
          <p:cNvSpPr/>
          <p:nvPr/>
        </p:nvSpPr>
        <p:spPr>
          <a:xfrm>
            <a:off x="10643616" y="3774362"/>
            <a:ext cx="987552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698480" y="3797222"/>
            <a:ext cx="877824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66928" y="4104953"/>
            <a:ext cx="1097280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1792" y="4127813"/>
            <a:ext cx="98755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C36</a:t>
            </a:r>
            <a:endParaRPr lang="en-US" sz="920" dirty="0"/>
          </a:p>
        </p:txBody>
      </p:sp>
      <p:sp>
        <p:nvSpPr>
          <p:cNvPr id="64" name="Shape 62"/>
          <p:cNvSpPr/>
          <p:nvPr/>
        </p:nvSpPr>
        <p:spPr>
          <a:xfrm>
            <a:off x="1664208" y="4104953"/>
            <a:ext cx="4663440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19072" y="4127813"/>
            <a:ext cx="455371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파일 하나</a:t>
            </a:r>
            <a:endParaRPr lang="en-US" sz="960" dirty="0"/>
          </a:p>
        </p:txBody>
      </p:sp>
      <p:sp>
        <p:nvSpPr>
          <p:cNvPr id="66" name="Shape 64"/>
          <p:cNvSpPr/>
          <p:nvPr/>
        </p:nvSpPr>
        <p:spPr>
          <a:xfrm>
            <a:off x="6327648" y="4104953"/>
            <a:ext cx="4315968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82512" y="4127813"/>
            <a:ext cx="4206240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/api/export</a:t>
            </a:r>
            <a:endParaRPr lang="en-US" sz="960" dirty="0"/>
          </a:p>
        </p:txBody>
      </p:sp>
      <p:sp>
        <p:nvSpPr>
          <p:cNvPr id="68" name="Shape 66"/>
          <p:cNvSpPr/>
          <p:nvPr/>
        </p:nvSpPr>
        <p:spPr>
          <a:xfrm>
            <a:off x="10643616" y="4104953"/>
            <a:ext cx="987552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698480" y="4127813"/>
            <a:ext cx="877824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66928" y="4435543"/>
            <a:ext cx="1097280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1792" y="4458403"/>
            <a:ext cx="98755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C82</a:t>
            </a:r>
            <a:endParaRPr lang="en-US" sz="920" dirty="0"/>
          </a:p>
        </p:txBody>
      </p:sp>
      <p:sp>
        <p:nvSpPr>
          <p:cNvPr id="72" name="Shape 70"/>
          <p:cNvSpPr/>
          <p:nvPr/>
        </p:nvSpPr>
        <p:spPr>
          <a:xfrm>
            <a:off x="1664208" y="4435543"/>
            <a:ext cx="4663440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719072" y="4458403"/>
            <a:ext cx="455371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안내</a:t>
            </a:r>
            <a:endParaRPr lang="en-US" sz="960" dirty="0"/>
          </a:p>
        </p:txBody>
      </p:sp>
      <p:sp>
        <p:nvSpPr>
          <p:cNvPr id="74" name="Shape 72"/>
          <p:cNvSpPr/>
          <p:nvPr/>
        </p:nvSpPr>
        <p:spPr>
          <a:xfrm>
            <a:off x="6327648" y="4435543"/>
            <a:ext cx="4315968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82512" y="4458403"/>
            <a:ext cx="4206240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 고정 문구</a:t>
            </a:r>
            <a:endParaRPr lang="en-US" sz="960" dirty="0"/>
          </a:p>
        </p:txBody>
      </p:sp>
      <p:sp>
        <p:nvSpPr>
          <p:cNvPr id="76" name="Shape 74"/>
          <p:cNvSpPr/>
          <p:nvPr/>
        </p:nvSpPr>
        <p:spPr>
          <a:xfrm>
            <a:off x="10643616" y="4435543"/>
            <a:ext cx="987552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698480" y="4458403"/>
            <a:ext cx="877824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66928" y="4766134"/>
            <a:ext cx="1097280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1792" y="4788994"/>
            <a:ext cx="98755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C58</a:t>
            </a:r>
            <a:endParaRPr lang="en-US" sz="920" dirty="0"/>
          </a:p>
        </p:txBody>
      </p:sp>
      <p:sp>
        <p:nvSpPr>
          <p:cNvPr id="80" name="Shape 78"/>
          <p:cNvSpPr/>
          <p:nvPr/>
        </p:nvSpPr>
        <p:spPr>
          <a:xfrm>
            <a:off x="1664208" y="4766134"/>
            <a:ext cx="4663440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719072" y="4788994"/>
            <a:ext cx="455371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비밀키 비노출</a:t>
            </a:r>
            <a:endParaRPr lang="en-US" sz="960" dirty="0"/>
          </a:p>
        </p:txBody>
      </p:sp>
      <p:sp>
        <p:nvSpPr>
          <p:cNvPr id="82" name="Shape 80"/>
          <p:cNvSpPr/>
          <p:nvPr/>
        </p:nvSpPr>
        <p:spPr>
          <a:xfrm>
            <a:off x="6327648" y="4766134"/>
            <a:ext cx="4315968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82512" y="4788994"/>
            <a:ext cx="4206240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전용 · 번들 0건</a:t>
            </a:r>
            <a:endParaRPr lang="en-US" sz="960" dirty="0"/>
          </a:p>
        </p:txBody>
      </p:sp>
      <p:sp>
        <p:nvSpPr>
          <p:cNvPr id="84" name="Shape 82"/>
          <p:cNvSpPr/>
          <p:nvPr/>
        </p:nvSpPr>
        <p:spPr>
          <a:xfrm>
            <a:off x="10643616" y="4766134"/>
            <a:ext cx="987552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698480" y="4788994"/>
            <a:ext cx="877824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66928" y="5096725"/>
            <a:ext cx="1097280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1792" y="5119585"/>
            <a:ext cx="98755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C57</a:t>
            </a:r>
            <a:endParaRPr lang="en-US" sz="920" dirty="0"/>
          </a:p>
        </p:txBody>
      </p:sp>
      <p:sp>
        <p:nvSpPr>
          <p:cNvPr id="88" name="Shape 86"/>
          <p:cNvSpPr/>
          <p:nvPr/>
        </p:nvSpPr>
        <p:spPr>
          <a:xfrm>
            <a:off x="1664208" y="5096725"/>
            <a:ext cx="4663440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719072" y="5119585"/>
            <a:ext cx="455371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문자 안전</a:t>
            </a:r>
            <a:endParaRPr lang="en-US" sz="960" dirty="0"/>
          </a:p>
        </p:txBody>
      </p:sp>
      <p:sp>
        <p:nvSpPr>
          <p:cNvPr id="90" name="Shape 88"/>
          <p:cNvSpPr/>
          <p:nvPr/>
        </p:nvSpPr>
        <p:spPr>
          <a:xfrm>
            <a:off x="6327648" y="5096725"/>
            <a:ext cx="4315968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82512" y="5119585"/>
            <a:ext cx="4206240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표시 · 미실행</a:t>
            </a:r>
            <a:endParaRPr lang="en-US" sz="960" dirty="0"/>
          </a:p>
        </p:txBody>
      </p:sp>
      <p:sp>
        <p:nvSpPr>
          <p:cNvPr id="92" name="Shape 90"/>
          <p:cNvSpPr/>
          <p:nvPr/>
        </p:nvSpPr>
        <p:spPr>
          <a:xfrm>
            <a:off x="10643616" y="5096725"/>
            <a:ext cx="987552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698480" y="5119585"/>
            <a:ext cx="877824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566928" y="5427316"/>
            <a:ext cx="1097280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1792" y="5450176"/>
            <a:ext cx="98755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C59</a:t>
            </a:r>
            <a:endParaRPr lang="en-US" sz="920" dirty="0"/>
          </a:p>
        </p:txBody>
      </p:sp>
      <p:sp>
        <p:nvSpPr>
          <p:cNvPr id="96" name="Shape 94"/>
          <p:cNvSpPr/>
          <p:nvPr/>
        </p:nvSpPr>
        <p:spPr>
          <a:xfrm>
            <a:off x="1664208" y="5427316"/>
            <a:ext cx="4663440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719072" y="5450176"/>
            <a:ext cx="455371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 4항목</a:t>
            </a:r>
            <a:endParaRPr lang="en-US" sz="960" dirty="0"/>
          </a:p>
        </p:txBody>
      </p:sp>
      <p:sp>
        <p:nvSpPr>
          <p:cNvPr id="98" name="Shape 96"/>
          <p:cNvSpPr/>
          <p:nvPr/>
        </p:nvSpPr>
        <p:spPr>
          <a:xfrm>
            <a:off x="6327648" y="5427316"/>
            <a:ext cx="4315968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82512" y="5450176"/>
            <a:ext cx="4206240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docs/검증안내서.md</a:t>
            </a:r>
            <a:endParaRPr lang="en-US" sz="960" dirty="0"/>
          </a:p>
        </p:txBody>
      </p:sp>
      <p:sp>
        <p:nvSpPr>
          <p:cNvPr id="100" name="Shape 98"/>
          <p:cNvSpPr/>
          <p:nvPr/>
        </p:nvSpPr>
        <p:spPr>
          <a:xfrm>
            <a:off x="10643616" y="5427316"/>
            <a:ext cx="987552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698480" y="5450176"/>
            <a:ext cx="877824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566928" y="5757906"/>
            <a:ext cx="1097280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1792" y="5780766"/>
            <a:ext cx="98755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C60</a:t>
            </a:r>
            <a:endParaRPr lang="en-US" sz="920" dirty="0"/>
          </a:p>
        </p:txBody>
      </p:sp>
      <p:sp>
        <p:nvSpPr>
          <p:cNvPr id="104" name="Shape 102"/>
          <p:cNvSpPr/>
          <p:nvPr/>
        </p:nvSpPr>
        <p:spPr>
          <a:xfrm>
            <a:off x="1664208" y="5757906"/>
            <a:ext cx="4663440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719072" y="5780766"/>
            <a:ext cx="455371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판단 3항목</a:t>
            </a:r>
            <a:endParaRPr lang="en-US" sz="960" dirty="0"/>
          </a:p>
        </p:txBody>
      </p:sp>
      <p:sp>
        <p:nvSpPr>
          <p:cNvPr id="106" name="Shape 104"/>
          <p:cNvSpPr/>
          <p:nvPr/>
        </p:nvSpPr>
        <p:spPr>
          <a:xfrm>
            <a:off x="6327648" y="5757906"/>
            <a:ext cx="4315968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382512" y="5780766"/>
            <a:ext cx="4206240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docs/AI_3줄.md</a:t>
            </a:r>
            <a:endParaRPr lang="en-US" sz="960" dirty="0"/>
          </a:p>
        </p:txBody>
      </p:sp>
      <p:sp>
        <p:nvSpPr>
          <p:cNvPr id="108" name="Shape 106"/>
          <p:cNvSpPr/>
          <p:nvPr/>
        </p:nvSpPr>
        <p:spPr>
          <a:xfrm>
            <a:off x="10643616" y="5757906"/>
            <a:ext cx="987552" cy="330591"/>
          </a:xfrm>
          <a:prstGeom prst="rect">
            <a:avLst/>
          </a:prstGeom>
          <a:solidFill>
            <a:srgbClr val="F5F8F6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698480" y="5780766"/>
            <a:ext cx="877824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566928" y="6088497"/>
            <a:ext cx="1097280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21792" y="6111357"/>
            <a:ext cx="98755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</a:t>
            </a:r>
            <a:endParaRPr lang="en-US" sz="920" dirty="0"/>
          </a:p>
        </p:txBody>
      </p:sp>
      <p:sp>
        <p:nvSpPr>
          <p:cNvPr id="112" name="Shape 110"/>
          <p:cNvSpPr/>
          <p:nvPr/>
        </p:nvSpPr>
        <p:spPr>
          <a:xfrm>
            <a:off x="1664208" y="6088497"/>
            <a:ext cx="4663440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719072" y="6111357"/>
            <a:ext cx="4553712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무인증 공개 접근</a:t>
            </a:r>
            <a:endParaRPr lang="en-US" sz="960" dirty="0"/>
          </a:p>
        </p:txBody>
      </p:sp>
      <p:sp>
        <p:nvSpPr>
          <p:cNvPr id="114" name="Shape 112"/>
          <p:cNvSpPr/>
          <p:nvPr/>
        </p:nvSpPr>
        <p:spPr>
          <a:xfrm>
            <a:off x="6327648" y="6088497"/>
            <a:ext cx="4315968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382512" y="6111357"/>
            <a:ext cx="4206240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37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· GitHub HTTP 200</a:t>
            </a:r>
            <a:endParaRPr lang="en-US" sz="960" dirty="0"/>
          </a:p>
        </p:txBody>
      </p:sp>
      <p:sp>
        <p:nvSpPr>
          <p:cNvPr id="116" name="Shape 114"/>
          <p:cNvSpPr/>
          <p:nvPr/>
        </p:nvSpPr>
        <p:spPr>
          <a:xfrm>
            <a:off x="10643616" y="6088497"/>
            <a:ext cx="987552" cy="330591"/>
          </a:xfrm>
          <a:prstGeom prst="rect">
            <a:avLst/>
          </a:prstGeom>
          <a:solidFill>
            <a:srgbClr val="FFFFFF"/>
          </a:solidFill>
          <a:ln w="8890">
            <a:solidFill>
              <a:srgbClr val="D8E2D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698480" y="6111357"/>
            <a:ext cx="877824" cy="2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12700">
            <a:solidFill>
              <a:srgbClr val="D8E2D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66928" y="6583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4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· DO · SEE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9875520" y="6583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F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AC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SUBMIT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플랜두씨 다이어리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준비 완료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487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AC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13232" y="27249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https://plan-do-see-diary.vercel.app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AC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13232" y="35112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github.com/stulss/plan-do-see-diary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40599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ACB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40자리 고정 소스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3232" y="4297680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770e8f992d5f7da8c36b2dc823d3a5c29f5cdda6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29400" y="960120"/>
            <a:ext cx="4800600" cy="4480560"/>
          </a:xfrm>
          <a:prstGeom prst="roundRect">
            <a:avLst>
              <a:gd name="adj" fmla="val 1633"/>
            </a:avLst>
          </a:prstGeom>
          <a:solidFill>
            <a:srgbClr val="23483E"/>
          </a:solidFill>
          <a:ln w="12700">
            <a:solidFill>
              <a:srgbClr val="315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7728" y="1298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30초 확인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967728" y="1874520"/>
            <a:ext cx="411480" cy="411480"/>
          </a:xfrm>
          <a:prstGeom prst="ellipse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67728" y="18928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71232" y="1874520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3F0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 주소를 로그인 없이 연다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67728" y="2624328"/>
            <a:ext cx="411480" cy="411480"/>
          </a:xfrm>
          <a:prstGeom prst="ellipse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67728" y="264261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71232" y="2624328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3F0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버튼을 연속으로 누른다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67728" y="3374136"/>
            <a:ext cx="411480" cy="411480"/>
          </a:xfrm>
          <a:prstGeom prst="ellipse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33924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71232" y="3374136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3F0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돌아보기의 완료 수를 클릭한다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67728" y="4123944"/>
            <a:ext cx="411480" cy="41148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41422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71232" y="4123944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D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+1, 근거 목록 건수 일치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95160" y="4892040"/>
            <a:ext cx="1965960" cy="310896"/>
          </a:xfrm>
          <a:prstGeom prst="round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49057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P0–P7 COMPLETE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3232" y="6035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AC6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→ Do → See → Next Plan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Plan Do See Diary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플랜두씨 다이어리 — 과제 6 제출 보고서</dc:title>
  <dc:subject>과제 6 플랜두씨 다이어리 제출 보고서</dc:subject>
  <dc:creator>stuls · OpenAI Codex</dc:creator>
  <cp:lastModifiedBy>stuls · OpenAI Codex</cp:lastModifiedBy>
  <cp:revision>1</cp:revision>
  <dcterms:created xsi:type="dcterms:W3CDTF">2026-09-01T01:02:27Z</dcterms:created>
  <dcterms:modified xsi:type="dcterms:W3CDTF">2026-09-01T01:02:27Z</dcterms:modified>
</cp:coreProperties>
</file>